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07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15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285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277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89.xml"/>
  <Override ContentType="application/vnd.openxmlformats-officedocument.presentationml.slideLayout+xml" PartName="/ppt/slideLayouts/slideLayout300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93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311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28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304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296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278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308.xml"/>
  <Override ContentType="application/vnd.openxmlformats-officedocument.presentationml.slideLayout+xml" PartName="/ppt/slideLayouts/slideLayout314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94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88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99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90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28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30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95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305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309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313.xml"/>
  <Override ContentType="application/vnd.openxmlformats-officedocument.presentationml.slideLayout+xml" PartName="/ppt/slideLayouts/slideLayout275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280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291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287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302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31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298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317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7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83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28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06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292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76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312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28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301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97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31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65" r:id="rId4"/>
    <p:sldMasterId id="2147483966" r:id="rId5"/>
    <p:sldMasterId id="2147483967" r:id="rId6"/>
    <p:sldMasterId id="2147483968" r:id="rId7"/>
    <p:sldMasterId id="2147483969" r:id="rId8"/>
    <p:sldMasterId id="2147483970" r:id="rId9"/>
    <p:sldMasterId id="2147483971" r:id="rId10"/>
    <p:sldMasterId id="2147483972" r:id="rId11"/>
    <p:sldMasterId id="2147483973" r:id="rId12"/>
    <p:sldMasterId id="2147483974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  <p:embeddedFont>
      <p:font typeface="Montserrat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6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11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ontserrat-boldItalic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Master" Target="slideMasters/slideMaster8.xml"/><Relationship Id="rId33" Type="http://schemas.openxmlformats.org/officeDocument/2006/relationships/font" Target="fonts/MontserratMedium-boldItalic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MontserratMedium-italic.fntdata"/><Relationship Id="rId13" Type="http://schemas.openxmlformats.org/officeDocument/2006/relationships/slideMaster" Target="slideMasters/slideMaster10.xml"/><Relationship Id="rId35" Type="http://schemas.openxmlformats.org/officeDocument/2006/relationships/font" Target="fonts/MontserratExtraBold-boldItalic.fntdata"/><Relationship Id="rId12" Type="http://schemas.openxmlformats.org/officeDocument/2006/relationships/slideMaster" Target="slideMasters/slideMaster9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9" Type="http://schemas.openxmlformats.org/officeDocument/2006/relationships/slide" Target="slides/slide5.xml"/><Relationship Id="rId1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e3ce1fdec7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e3ce1fdec7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e3ce1fdec7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3e3ce1fdec7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3e3ce1fdec7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3e3ce1fdec7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e3ce1fdec7_0_1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3e3ce1fdec7_0_1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3e3ce1fdec7_0_1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3e3ce1fdec7_0_1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e3ce1fdec7_0_2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3e3ce1fdec7_0_2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a8aca01f7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3a8aca01f7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3a89d823bf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3a89d823bf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3e403c2c4b9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3e403c2c4b9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3a89d823bf8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3a89d823bf8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3a8aca01f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3a8aca01f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6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5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jp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8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1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8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5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1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0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jp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2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8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5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8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3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4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1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6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5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8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6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6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5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5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1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0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8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jp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2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8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5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8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3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4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1.pn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6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5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8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8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6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6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6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5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5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1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0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7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8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jp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2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8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5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8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3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4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1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6.pn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5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8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8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6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6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6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5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5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1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0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7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8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jp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2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8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5.pn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g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8.png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3.png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4.png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1.png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</Relationships>
</file>

<file path=ppt/slideLayouts/_rels/slideLayout2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5.png"/></Relationships>
</file>

<file path=ppt/slideLayouts/_rels/slideLayout2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8.png"/></Relationships>
</file>

<file path=ppt/slideLayouts/_rels/slideLayout2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8.png"/></Relationships>
</file>

<file path=ppt/slideLayouts/_rels/slideLayout2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</Relationships>
</file>

<file path=ppt/slideLayouts/_rels/slideLayout2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6.png"/></Relationships>
</file>

<file path=ppt/slideLayouts/_rels/slideLayout2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/Relationships>
</file>

<file path=ppt/slideLayouts/_rels/slideLayout2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/Relationships>
</file>

<file path=ppt/slideLayouts/_rels/slideLayout2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</Relationships>
</file>

<file path=ppt/slideLayouts/_rels/slideLayout2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</Relationships>
</file>

<file path=ppt/slideLayouts/_rels/slideLayout2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5.png"/></Relationships>
</file>

<file path=ppt/slideLayouts/_rels/slideLayout2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1.png"/></Relationships>
</file>

<file path=ppt/slideLayouts/_rels/slideLayout2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png"/></Relationships>
</file>

<file path=ppt/slideLayouts/_rels/slideLayout2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7.png"/></Relationships>
</file>

<file path=ppt/slideLayouts/_rels/slideLayout2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/Relationships>
</file>

<file path=ppt/slideLayouts/_rels/slideLayout2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8.png"/></Relationships>
</file>

<file path=ppt/slideLayouts/_rels/slideLayout2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/Relationships>
</file>

<file path=ppt/slideLayouts/_rels/slideLayout2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jpg"/></Relationships>
</file>

<file path=ppt/slideLayouts/_rels/slideLayout2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2.png"/></Relationships>
</file>

<file path=ppt/slideLayouts/_rels/slideLayout2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8.png"/></Relationships>
</file>

<file path=ppt/slideLayouts/_rels/slideLayout2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/Relationships>
</file>

<file path=ppt/slideLayouts/_rels/slideLayout2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5.png"/></Relationships>
</file>

<file path=ppt/slideLayouts/_rels/slideLayout2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jpg"/></Relationships>
</file>

<file path=ppt/slideLayouts/_rels/slideLayout2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/Relationships>
</file>

<file path=ppt/slideLayouts/_rels/slideLayout2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2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8.png"/></Relationships>
</file>

<file path=ppt/slideLayouts/_rels/slideLayout2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/Relationships>
</file>

<file path=ppt/slideLayouts/_rels/slideLayout2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3.png"/></Relationships>
</file>

<file path=ppt/slideLayouts/_rels/slideLayout2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/Relationships>
</file>

<file path=ppt/slideLayouts/_rels/slideLayout2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2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4.png"/></Relationships>
</file>

<file path=ppt/slideLayouts/_rels/slideLayout2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1.png"/></Relationships>
</file>

<file path=ppt/slideLayouts/_rels/slideLayout2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6.png"/></Relationships>
</file>

<file path=ppt/slideLayouts/_rels/slideLayout3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5.png"/></Relationships>
</file>

<file path=ppt/slideLayouts/_rels/slideLayout3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8.png"/></Relationships>
</file>

<file path=ppt/slideLayouts/_rels/slideLayout3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8.png"/></Relationships>
</file>

<file path=ppt/slideLayouts/_rels/slideLayout3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6.png"/></Relationships>
</file>

<file path=ppt/slideLayouts/_rels/slideLayout3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6.png"/></Relationships>
</file>

<file path=ppt/slideLayouts/_rels/slideLayout3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/Relationships>
</file>

<file path=ppt/slideLayouts/_rels/slideLayout3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/Relationships>
</file>

<file path=ppt/slideLayouts/_rels/slideLayout3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6.png"/></Relationships>
</file>

<file path=ppt/slideLayouts/_rels/slideLayout3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/Relationships>
</file>

<file path=ppt/slideLayouts/_rels/slideLayout3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5.png"/></Relationships>
</file>

<file path=ppt/slideLayouts/_rels/slideLayout3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1.png"/></Relationships>
</file>

<file path=ppt/slideLayouts/_rels/slideLayout3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0.png"/></Relationships>
</file>

<file path=ppt/slideLayouts/_rels/slideLayout3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7.png"/></Relationships>
</file>

<file path=ppt/slideLayouts/_rels/slideLayout3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/Relationships>
</file>

<file path=ppt/slideLayouts/_rels/slideLayout3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8.png"/></Relationships>
</file>

<file path=ppt/slideLayouts/_rels/slideLayout3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7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/Relationships>
</file>

<file path=ppt/slideLayouts/_rels/slideLayout3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4" name="Google Shape;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8" name="Google Shape;78;p21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5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26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6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6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6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6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6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26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26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7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28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9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29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29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9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30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30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30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30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30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30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31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6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36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36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36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36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37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37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37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37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37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37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37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37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38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9" name="Google Shape;149;p38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38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1" name="Google Shape;151;p38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38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39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39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39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3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39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39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39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39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39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39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39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39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0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40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40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40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40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40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40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40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40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4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42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43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44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5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2" name="Google Shape;192;p45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47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9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49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0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50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50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51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52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52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4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54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5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3" name="Google Shape;22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6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7" name="Google Shape;227;p56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56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7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8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58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60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1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61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1" name="Google Shape;241;p61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61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61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61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61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6" name="Google Shape;246;p61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61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2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62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3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63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4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64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64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64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64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5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65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65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65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65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65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65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6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66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7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8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9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1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71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71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71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71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72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72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72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72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72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72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72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72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3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73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73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9" name="Google Shape;299;p73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0" name="Google Shape;300;p73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1" name="Google Shape;301;p73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4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74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74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74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74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74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74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74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74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74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74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74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74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5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75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75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75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75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75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75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75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75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6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7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7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77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8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4" name="Google Shape;334;p78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9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79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0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80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1" name="Google Shape;341;p80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81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82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4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84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5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85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7" name="Google Shape;357;p85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8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87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4" name="Google Shape;364;p87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8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89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9" name="Google Shape;369;p89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0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72" name="Google Shape;37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1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76" name="Google Shape;376;p91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7" name="Google Shape;377;p91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3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2" name="Google Shape;382;p93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5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95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6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96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96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96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96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96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96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5" name="Google Shape;395;p96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6" name="Google Shape;396;p96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7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9" name="Google Shape;399;p97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8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2" name="Google Shape;402;p98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9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5" name="Google Shape;405;p99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6" name="Google Shape;406;p99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99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9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0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100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2" name="Google Shape;412;p100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" name="Google Shape;413;p100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100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5" name="Google Shape;415;p100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100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1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101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0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4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06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0" name="Google Shape;430;p106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106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2" name="Google Shape;432;p106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3" name="Google Shape;433;p106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6" name="Google Shape;436;p107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7" name="Google Shape;437;p107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107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9" name="Google Shape;439;p107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0" name="Google Shape;440;p107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107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2" name="Google Shape;442;p107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3" name="Google Shape;443;p107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8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108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47" name="Google Shape;447;p108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8" name="Google Shape;448;p108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49" name="Google Shape;449;p108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0" name="Google Shape;450;p108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09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3" name="Google Shape;453;p109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4" name="Google Shape;454;p109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5" name="Google Shape;455;p109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6" name="Google Shape;456;p10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7" name="Google Shape;457;p109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8" name="Google Shape;458;p109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9" name="Google Shape;459;p109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0" name="Google Shape;460;p109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1" name="Google Shape;461;p109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2" name="Google Shape;462;p109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3" name="Google Shape;463;p109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4" name="Google Shape;464;p109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10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7" name="Google Shape;467;p110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8" name="Google Shape;468;p110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9" name="Google Shape;469;p110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0" name="Google Shape;470;p110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1" name="Google Shape;471;p110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2" name="Google Shape;472;p110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3" name="Google Shape;473;p110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4" name="Google Shape;474;p110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1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7" name="Google Shape;477;p11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0" name="Google Shape;480;p112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3" name="Google Shape;483;p113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4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6" name="Google Shape;486;p114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5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9" name="Google Shape;489;p115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90" name="Google Shape;490;p115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3" name="Google Shape;493;p11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6" name="Google Shape;496;p117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19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2" name="Google Shape;502;p119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0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5" name="Google Shape;505;p120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6" name="Google Shape;506;p120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2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9" name="Google Shape;509;p121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2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2" name="Google Shape;512;p122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122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23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24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8" name="Google Shape;518;p124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25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521" name="Google Shape;521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26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25" name="Google Shape;525;p126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6" name="Google Shape;526;p126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27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28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1" name="Google Shape;531;p128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3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5" name="Google Shape;535;p130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1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8" name="Google Shape;538;p131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9" name="Google Shape;539;p131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0" name="Google Shape;540;p131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1" name="Google Shape;541;p131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2" name="Google Shape;542;p131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3" name="Google Shape;543;p131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4" name="Google Shape;544;p131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5" name="Google Shape;545;p131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2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8" name="Google Shape;548;p132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33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1" name="Google Shape;551;p133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34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4" name="Google Shape;554;p134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5" name="Google Shape;555;p134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6" name="Google Shape;556;p134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7" name="Google Shape;557;p134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35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0" name="Google Shape;560;p135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1" name="Google Shape;561;p135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2" name="Google Shape;562;p135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3" name="Google Shape;563;p135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4" name="Google Shape;564;p135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5" name="Google Shape;565;p135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36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8" name="Google Shape;568;p136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37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38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39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4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1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9" name="Google Shape;579;p141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0" name="Google Shape;580;p141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1" name="Google Shape;581;p141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2" name="Google Shape;582;p141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4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5" name="Google Shape;585;p142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6" name="Google Shape;586;p142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7" name="Google Shape;587;p142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8" name="Google Shape;588;p142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9" name="Google Shape;589;p142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142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142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2" name="Google Shape;592;p142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43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5" name="Google Shape;595;p143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6" name="Google Shape;596;p143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7" name="Google Shape;597;p143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8" name="Google Shape;598;p143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9" name="Google Shape;599;p143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44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2" name="Google Shape;602;p144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3" name="Google Shape;603;p144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4" name="Google Shape;604;p144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5" name="Google Shape;605;p144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6" name="Google Shape;606;p144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7" name="Google Shape;607;p144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p144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9" name="Google Shape;609;p144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0" name="Google Shape;610;p144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1" name="Google Shape;611;p144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2" name="Google Shape;612;p144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3" name="Google Shape;613;p144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45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6" name="Google Shape;616;p145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7" name="Google Shape;617;p145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8" name="Google Shape;618;p145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9" name="Google Shape;619;p145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0" name="Google Shape;620;p145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1" name="Google Shape;621;p145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2" name="Google Shape;622;p145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3" name="Google Shape;623;p145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46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6" name="Google Shape;626;p14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4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9" name="Google Shape;629;p147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48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2" name="Google Shape;632;p148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49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5" name="Google Shape;635;p149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50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8" name="Google Shape;638;p150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9" name="Google Shape;639;p150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5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2" name="Google Shape;642;p151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5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5" name="Google Shape;645;p152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54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1" name="Google Shape;651;p154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55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4" name="Google Shape;654;p155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5" name="Google Shape;655;p155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5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8" name="Google Shape;658;p15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5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1" name="Google Shape;661;p157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2" name="Google Shape;662;p157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58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9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7" name="Google Shape;667;p159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60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70" name="Google Shape;670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61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74" name="Google Shape;674;p161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5" name="Google Shape;675;p161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6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63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0" name="Google Shape;680;p163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65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4" name="Google Shape;684;p165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66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166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166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9" name="Google Shape;689;p166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0" name="Google Shape;690;p166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1" name="Google Shape;691;p166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2" name="Google Shape;692;p166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3" name="Google Shape;693;p166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4" name="Google Shape;694;p166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67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7" name="Google Shape;697;p167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68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0" name="Google Shape;700;p168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69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169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169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5" name="Google Shape;705;p169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16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70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9" name="Google Shape;709;p170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170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170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170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3" name="Google Shape;713;p170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170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71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7" name="Google Shape;717;p171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7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7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74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7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76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8" name="Google Shape;728;p176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9" name="Google Shape;729;p176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0" name="Google Shape;730;p176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1" name="Google Shape;731;p176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7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4" name="Google Shape;734;p177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5" name="Google Shape;735;p177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6" name="Google Shape;736;p177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7" name="Google Shape;737;p177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8" name="Google Shape;738;p177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9" name="Google Shape;739;p177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0" name="Google Shape;740;p177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1" name="Google Shape;741;p177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78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4" name="Google Shape;744;p178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5" name="Google Shape;745;p178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6" name="Google Shape;746;p178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7" name="Google Shape;747;p178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8" name="Google Shape;748;p178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79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1" name="Google Shape;751;p179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179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3" name="Google Shape;753;p179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4" name="Google Shape;754;p17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5" name="Google Shape;755;p179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6" name="Google Shape;756;p179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7" name="Google Shape;757;p179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8" name="Google Shape;758;p179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9" name="Google Shape;759;p179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179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1" name="Google Shape;761;p179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2" name="Google Shape;762;p179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80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5" name="Google Shape;765;p180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6" name="Google Shape;766;p180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7" name="Google Shape;767;p180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180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9" name="Google Shape;769;p180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0" name="Google Shape;770;p180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1" name="Google Shape;771;p180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2" name="Google Shape;772;p180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8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5" name="Google Shape;775;p18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8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8" name="Google Shape;778;p182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8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1" name="Google Shape;781;p183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84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184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85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7" name="Google Shape;787;p185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88" name="Google Shape;788;p185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8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1" name="Google Shape;791;p18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8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4" name="Google Shape;794;p187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89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0" name="Google Shape;800;p189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90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3" name="Google Shape;803;p190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4" name="Google Shape;804;p190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9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7" name="Google Shape;807;p191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9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0" name="Google Shape;810;p192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1" name="Google Shape;811;p192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93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94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6" name="Google Shape;816;p194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95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19" name="Google Shape;819;p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96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23" name="Google Shape;823;p196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4" name="Google Shape;824;p196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97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98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9" name="Google Shape;829;p198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0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3" name="Google Shape;833;p200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01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6" name="Google Shape;836;p201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7" name="Google Shape;837;p201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8" name="Google Shape;838;p201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9" name="Google Shape;839;p201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0" name="Google Shape;840;p201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1" name="Google Shape;841;p201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2" name="Google Shape;842;p201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3" name="Google Shape;843;p201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02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6" name="Google Shape;846;p202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03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9" name="Google Shape;849;p203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04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2" name="Google Shape;852;p204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3" name="Google Shape;853;p204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4" name="Google Shape;854;p204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5" name="Google Shape;855;p204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05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8" name="Google Shape;858;p205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9" name="Google Shape;859;p205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0" name="Google Shape;860;p205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1" name="Google Shape;861;p205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2" name="Google Shape;862;p205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3" name="Google Shape;863;p205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06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6" name="Google Shape;866;p206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07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208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09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1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1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7" name="Google Shape;877;p211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8" name="Google Shape;878;p211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9" name="Google Shape;879;p211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0" name="Google Shape;880;p211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1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3" name="Google Shape;883;p212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4" name="Google Shape;884;p212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5" name="Google Shape;885;p212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6" name="Google Shape;886;p212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7" name="Google Shape;887;p212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8" name="Google Shape;888;p212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9" name="Google Shape;889;p212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0" name="Google Shape;890;p212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13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3" name="Google Shape;893;p213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94" name="Google Shape;894;p213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5" name="Google Shape;895;p213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96" name="Google Shape;896;p213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7" name="Google Shape;897;p213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14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0" name="Google Shape;900;p214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1" name="Google Shape;901;p214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2" name="Google Shape;902;p214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3" name="Google Shape;903;p214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4" name="Google Shape;904;p214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5" name="Google Shape;905;p214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6" name="Google Shape;906;p214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7" name="Google Shape;907;p214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8" name="Google Shape;908;p214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9" name="Google Shape;909;p214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0" name="Google Shape;910;p214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1" name="Google Shape;911;p214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15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4" name="Google Shape;914;p215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5" name="Google Shape;915;p215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6" name="Google Shape;916;p215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7" name="Google Shape;917;p215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8" name="Google Shape;918;p215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9" name="Google Shape;919;p215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0" name="Google Shape;920;p215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1" name="Google Shape;921;p215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16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4" name="Google Shape;924;p21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1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7" name="Google Shape;927;p217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18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0" name="Google Shape;930;p218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19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3" name="Google Shape;933;p219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20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6" name="Google Shape;936;p220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37" name="Google Shape;937;p220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2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0" name="Google Shape;940;p221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22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3" name="Google Shape;943;p222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224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9" name="Google Shape;949;p224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25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2" name="Google Shape;952;p225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3" name="Google Shape;953;p225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2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6" name="Google Shape;956;p22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2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9" name="Google Shape;959;p227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0" name="Google Shape;960;p227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228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29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5" name="Google Shape;965;p229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30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68" name="Google Shape;968;p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231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2" name="Google Shape;972;p231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3" name="Google Shape;973;p231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23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233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8" name="Google Shape;978;p233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35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2" name="Google Shape;982;p235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36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5" name="Google Shape;985;p236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6" name="Google Shape;986;p236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7" name="Google Shape;987;p236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8" name="Google Shape;988;p236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9" name="Google Shape;989;p236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0" name="Google Shape;990;p236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6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6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37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5" name="Google Shape;995;p237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38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8" name="Google Shape;998;p238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239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1" name="Google Shape;1001;p239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2" name="Google Shape;1002;p239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3" name="Google Shape;1003;p239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4" name="Google Shape;1004;p23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40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7" name="Google Shape;1007;p240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8" name="Google Shape;1008;p240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9" name="Google Shape;1009;p240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0" name="Google Shape;1010;p240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1" name="Google Shape;1011;p240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2" name="Google Shape;1012;p240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41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5" name="Google Shape;1015;p241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4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4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244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4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46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6" name="Google Shape;1026;p246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7" name="Google Shape;1027;p246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8" name="Google Shape;1028;p246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9" name="Google Shape;1029;p246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24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2" name="Google Shape;1032;p247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3" name="Google Shape;1033;p247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4" name="Google Shape;1034;p247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5" name="Google Shape;1035;p247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6" name="Google Shape;1036;p247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7" name="Google Shape;1037;p247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8" name="Google Shape;1038;p247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9" name="Google Shape;1039;p247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248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2" name="Google Shape;1042;p248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3" name="Google Shape;1043;p248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4" name="Google Shape;1044;p248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5" name="Google Shape;1045;p248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6" name="Google Shape;1046;p248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249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9" name="Google Shape;1049;p249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0" name="Google Shape;1050;p249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1" name="Google Shape;1051;p249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2" name="Google Shape;1052;p24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3" name="Google Shape;1053;p249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4" name="Google Shape;1054;p249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5" name="Google Shape;1055;p249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6" name="Google Shape;1056;p249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7" name="Google Shape;1057;p249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8" name="Google Shape;1058;p249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9" name="Google Shape;1059;p249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0" name="Google Shape;1060;p249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50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3" name="Google Shape;1063;p250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4" name="Google Shape;1064;p250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5" name="Google Shape;1065;p250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6" name="Google Shape;1066;p250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7" name="Google Shape;1067;p250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8" name="Google Shape;1068;p250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9" name="Google Shape;1069;p250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0" name="Google Shape;1070;p250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25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3" name="Google Shape;1073;p25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5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6" name="Google Shape;1076;p252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5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9" name="Google Shape;1079;p253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254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2" name="Google Shape;1082;p254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255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5" name="Google Shape;1085;p255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86" name="Google Shape;1086;p255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25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9" name="Google Shape;1089;p25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25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2" name="Google Shape;1092;p257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59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8" name="Google Shape;1098;p259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260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1" name="Google Shape;1101;p260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2" name="Google Shape;1102;p260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26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5" name="Google Shape;1105;p261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6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8" name="Google Shape;1108;p262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9" name="Google Shape;1109;p262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63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64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4" name="Google Shape;1114;p264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65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17" name="Google Shape;1117;p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66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21" name="Google Shape;1121;p266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2" name="Google Shape;1122;p266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67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68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7" name="Google Shape;1127;p268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7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1" name="Google Shape;1131;p270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71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4" name="Google Shape;1134;p271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5" name="Google Shape;1135;p271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6" name="Google Shape;1136;p271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7" name="Google Shape;1137;p271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8" name="Google Shape;1138;p271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9" name="Google Shape;1139;p271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40" name="Google Shape;1140;p271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41" name="Google Shape;1141;p271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272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4" name="Google Shape;1144;p272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73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7" name="Google Shape;1147;p273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74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0" name="Google Shape;1150;p274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1" name="Google Shape;1151;p274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2" name="Google Shape;1152;p274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3" name="Google Shape;1153;p274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75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6" name="Google Shape;1156;p275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7" name="Google Shape;1157;p275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8" name="Google Shape;1158;p275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9" name="Google Shape;1159;p275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0" name="Google Shape;1160;p275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1" name="Google Shape;1161;p275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276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4" name="Google Shape;1164;p276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277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278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79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28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281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5" name="Google Shape;1175;p281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6" name="Google Shape;1176;p281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7" name="Google Shape;1177;p281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8" name="Google Shape;1178;p281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28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1" name="Google Shape;1181;p282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2" name="Google Shape;1182;p282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3" name="Google Shape;1183;p282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4" name="Google Shape;1184;p282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5" name="Google Shape;1185;p282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6" name="Google Shape;1186;p282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7" name="Google Shape;1187;p282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8" name="Google Shape;1188;p282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83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1" name="Google Shape;1191;p283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92" name="Google Shape;1192;p283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3" name="Google Shape;1193;p283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94" name="Google Shape;1194;p283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5" name="Google Shape;1195;p283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84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8" name="Google Shape;1198;p284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9" name="Google Shape;1199;p284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0" name="Google Shape;1200;p284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1" name="Google Shape;1201;p284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2" name="Google Shape;1202;p284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3" name="Google Shape;1203;p284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4" name="Google Shape;1204;p284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5" name="Google Shape;1205;p284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6" name="Google Shape;1206;p284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7" name="Google Shape;1207;p284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8" name="Google Shape;1208;p284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9" name="Google Shape;1209;p284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285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2" name="Google Shape;1212;p285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3" name="Google Shape;1213;p285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4" name="Google Shape;1214;p285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5" name="Google Shape;1215;p285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6" name="Google Shape;1216;p285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7" name="Google Shape;1217;p285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8" name="Google Shape;1218;p285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9" name="Google Shape;1219;p285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286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2" name="Google Shape;1222;p28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8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5" name="Google Shape;1225;p287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88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8" name="Google Shape;1228;p288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289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1" name="Google Shape;1231;p289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290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4" name="Google Shape;1234;p290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35" name="Google Shape;1235;p290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29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8" name="Google Shape;1238;p291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29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1" name="Google Shape;1241;p292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294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7" name="Google Shape;1247;p294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295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0" name="Google Shape;1250;p295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1" name="Google Shape;1251;p295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29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4" name="Google Shape;1254;p29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29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7" name="Google Shape;1257;p297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8" name="Google Shape;1258;p297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298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299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3" name="Google Shape;1263;p299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0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266" name="Google Shape;1266;p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301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70" name="Google Shape;1270;p301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1" name="Google Shape;1271;p301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0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303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6" name="Google Shape;1276;p303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305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0" name="Google Shape;1280;p305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306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3" name="Google Shape;1283;p306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4" name="Google Shape;1284;p306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5" name="Google Shape;1285;p306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6" name="Google Shape;1286;p306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7" name="Google Shape;1287;p306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8" name="Google Shape;1288;p306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9" name="Google Shape;1289;p306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0" name="Google Shape;1290;p306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307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3" name="Google Shape;1293;p307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308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6" name="Google Shape;1296;p308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309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9" name="Google Shape;1299;p309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0" name="Google Shape;1300;p309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1" name="Google Shape;1301;p309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2" name="Google Shape;1302;p30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10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5" name="Google Shape;1305;p310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6" name="Google Shape;1306;p310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7" name="Google Shape;1307;p310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8" name="Google Shape;1308;p310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9" name="Google Shape;1309;p310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0" name="Google Shape;1310;p310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311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3" name="Google Shape;1313;p311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31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31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314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31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316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4" name="Google Shape;1324;p316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5" name="Google Shape;1325;p316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6" name="Google Shape;1326;p316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7" name="Google Shape;1327;p316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31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0" name="Google Shape;1330;p317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1" name="Google Shape;1331;p317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2" name="Google Shape;1332;p317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3" name="Google Shape;1333;p317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4" name="Google Shape;1334;p317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5" name="Google Shape;1335;p317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6" name="Google Shape;1336;p317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7" name="Google Shape;1337;p317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318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0" name="Google Shape;1340;p318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41" name="Google Shape;1341;p318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2" name="Google Shape;1342;p318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43" name="Google Shape;1343;p318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4" name="Google Shape;1344;p318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319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7" name="Google Shape;1347;p319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8" name="Google Shape;1348;p319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9" name="Google Shape;1349;p319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0" name="Google Shape;1350;p31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1" name="Google Shape;1351;p319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2" name="Google Shape;1352;p319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3" name="Google Shape;1353;p319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4" name="Google Shape;1354;p319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5" name="Google Shape;1355;p319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6" name="Google Shape;1356;p319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7" name="Google Shape;1357;p319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8" name="Google Shape;1358;p319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320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1" name="Google Shape;1361;p320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2" name="Google Shape;1362;p320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3" name="Google Shape;1363;p320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4" name="Google Shape;1364;p320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5" name="Google Shape;1365;p320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6" name="Google Shape;1366;p320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7" name="Google Shape;1367;p320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8" name="Google Shape;1368;p320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32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1" name="Google Shape;1371;p32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32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4" name="Google Shape;1374;p322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32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7" name="Google Shape;1377;p323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324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0" name="Google Shape;1380;p324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325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3" name="Google Shape;1383;p325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84" name="Google Shape;1384;p325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bg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bg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32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7" name="Google Shape;1387;p326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2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0" name="Google Shape;1390;p327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theme" Target="../theme/theme10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74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58.xml"/><Relationship Id="rId35" Type="http://schemas.openxmlformats.org/officeDocument/2006/relationships/theme" Target="../theme/theme8.xml"/><Relationship Id="rId12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100.xml"/><Relationship Id="rId24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80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7.xml"/><Relationship Id="rId27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7.xml"/><Relationship Id="rId31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92.xml"/><Relationship Id="rId35" Type="http://schemas.openxmlformats.org/officeDocument/2006/relationships/theme" Target="../theme/theme7.xml"/><Relationship Id="rId12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97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33.xml"/><Relationship Id="rId22" Type="http://schemas.openxmlformats.org/officeDocument/2006/relationships/slideLayout" Target="../slideLayouts/slideLayout135.xml"/><Relationship Id="rId21" Type="http://schemas.openxmlformats.org/officeDocument/2006/relationships/slideLayout" Target="../slideLayouts/slideLayout134.xml"/><Relationship Id="rId24" Type="http://schemas.openxmlformats.org/officeDocument/2006/relationships/slideLayout" Target="../slideLayouts/slideLayout137.xml"/><Relationship Id="rId23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139.xml"/><Relationship Id="rId25" Type="http://schemas.openxmlformats.org/officeDocument/2006/relationships/slideLayout" Target="../slideLayouts/slideLayout138.xml"/><Relationship Id="rId28" Type="http://schemas.openxmlformats.org/officeDocument/2006/relationships/slideLayout" Target="../slideLayouts/slideLayout141.xml"/><Relationship Id="rId27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29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31" Type="http://schemas.openxmlformats.org/officeDocument/2006/relationships/slideLayout" Target="../slideLayouts/slideLayout144.xml"/><Relationship Id="rId30" Type="http://schemas.openxmlformats.org/officeDocument/2006/relationships/slideLayout" Target="../slideLayouts/slideLayout143.xml"/><Relationship Id="rId11" Type="http://schemas.openxmlformats.org/officeDocument/2006/relationships/slideLayout" Target="../slideLayouts/slideLayout124.xml"/><Relationship Id="rId33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23.xml"/><Relationship Id="rId32" Type="http://schemas.openxmlformats.org/officeDocument/2006/relationships/slideLayout" Target="../slideLayouts/slideLayout145.xml"/><Relationship Id="rId13" Type="http://schemas.openxmlformats.org/officeDocument/2006/relationships/slideLayout" Target="../slideLayouts/slideLayout126.xml"/><Relationship Id="rId35" Type="http://schemas.openxmlformats.org/officeDocument/2006/relationships/theme" Target="../theme/theme9.xml"/><Relationship Id="rId12" Type="http://schemas.openxmlformats.org/officeDocument/2006/relationships/slideLayout" Target="../slideLayouts/slideLayout125.xml"/><Relationship Id="rId34" Type="http://schemas.openxmlformats.org/officeDocument/2006/relationships/slideLayout" Target="../slideLayouts/slideLayout147.xml"/><Relationship Id="rId15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127.xml"/><Relationship Id="rId17" Type="http://schemas.openxmlformats.org/officeDocument/2006/relationships/slideLayout" Target="../slideLayouts/slideLayout130.xml"/><Relationship Id="rId16" Type="http://schemas.openxmlformats.org/officeDocument/2006/relationships/slideLayout" Target="../slideLayouts/slideLayout129.xml"/><Relationship Id="rId19" Type="http://schemas.openxmlformats.org/officeDocument/2006/relationships/slideLayout" Target="../slideLayouts/slideLayout132.xml"/><Relationship Id="rId18" Type="http://schemas.openxmlformats.org/officeDocument/2006/relationships/slideLayout" Target="../slideLayouts/slideLayout131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67.xml"/><Relationship Id="rId22" Type="http://schemas.openxmlformats.org/officeDocument/2006/relationships/slideLayout" Target="../slideLayouts/slideLayout169.xml"/><Relationship Id="rId21" Type="http://schemas.openxmlformats.org/officeDocument/2006/relationships/slideLayout" Target="../slideLayouts/slideLayout168.xml"/><Relationship Id="rId24" Type="http://schemas.openxmlformats.org/officeDocument/2006/relationships/slideLayout" Target="../slideLayouts/slideLayout171.xml"/><Relationship Id="rId23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48.xml"/><Relationship Id="rId2" Type="http://schemas.openxmlformats.org/officeDocument/2006/relationships/slideLayout" Target="../slideLayouts/slideLayout149.xml"/><Relationship Id="rId3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6.xml"/><Relationship Id="rId26" Type="http://schemas.openxmlformats.org/officeDocument/2006/relationships/slideLayout" Target="../slideLayouts/slideLayout173.xml"/><Relationship Id="rId25" Type="http://schemas.openxmlformats.org/officeDocument/2006/relationships/slideLayout" Target="../slideLayouts/slideLayout172.xml"/><Relationship Id="rId28" Type="http://schemas.openxmlformats.org/officeDocument/2006/relationships/slideLayout" Target="../slideLayouts/slideLayout175.xml"/><Relationship Id="rId27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3.xml"/><Relationship Id="rId29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54.xml"/><Relationship Id="rId8" Type="http://schemas.openxmlformats.org/officeDocument/2006/relationships/slideLayout" Target="../slideLayouts/slideLayout155.xml"/><Relationship Id="rId31" Type="http://schemas.openxmlformats.org/officeDocument/2006/relationships/slideLayout" Target="../slideLayouts/slideLayout178.xml"/><Relationship Id="rId3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58.xml"/><Relationship Id="rId33" Type="http://schemas.openxmlformats.org/officeDocument/2006/relationships/slideLayout" Target="../slideLayouts/slideLayout180.xml"/><Relationship Id="rId10" Type="http://schemas.openxmlformats.org/officeDocument/2006/relationships/slideLayout" Target="../slideLayouts/slideLayout157.xml"/><Relationship Id="rId3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60.xml"/><Relationship Id="rId35" Type="http://schemas.openxmlformats.org/officeDocument/2006/relationships/theme" Target="../theme/theme5.xml"/><Relationship Id="rId12" Type="http://schemas.openxmlformats.org/officeDocument/2006/relationships/slideLayout" Target="../slideLayouts/slideLayout159.xml"/><Relationship Id="rId34" Type="http://schemas.openxmlformats.org/officeDocument/2006/relationships/slideLayout" Target="../slideLayouts/slideLayout181.xml"/><Relationship Id="rId15" Type="http://schemas.openxmlformats.org/officeDocument/2006/relationships/slideLayout" Target="../slideLayouts/slideLayout162.xml"/><Relationship Id="rId14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4.xml"/><Relationship Id="rId16" Type="http://schemas.openxmlformats.org/officeDocument/2006/relationships/slideLayout" Target="../slideLayouts/slideLayout163.xml"/><Relationship Id="rId19" Type="http://schemas.openxmlformats.org/officeDocument/2006/relationships/slideLayout" Target="../slideLayouts/slideLayout166.xml"/><Relationship Id="rId18" Type="http://schemas.openxmlformats.org/officeDocument/2006/relationships/slideLayout" Target="../slideLayouts/slideLayout165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1.xml"/><Relationship Id="rId22" Type="http://schemas.openxmlformats.org/officeDocument/2006/relationships/slideLayout" Target="../slideLayouts/slideLayout203.xml"/><Relationship Id="rId21" Type="http://schemas.openxmlformats.org/officeDocument/2006/relationships/slideLayout" Target="../slideLayouts/slideLayout202.xml"/><Relationship Id="rId24" Type="http://schemas.openxmlformats.org/officeDocument/2006/relationships/slideLayout" Target="../slideLayouts/slideLayout205.xml"/><Relationship Id="rId23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83.xml"/><Relationship Id="rId3" Type="http://schemas.openxmlformats.org/officeDocument/2006/relationships/slideLayout" Target="../slideLayouts/slideLayout184.xml"/><Relationship Id="rId4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190.xml"/><Relationship Id="rId26" Type="http://schemas.openxmlformats.org/officeDocument/2006/relationships/slideLayout" Target="../slideLayouts/slideLayout207.xml"/><Relationship Id="rId25" Type="http://schemas.openxmlformats.org/officeDocument/2006/relationships/slideLayout" Target="../slideLayouts/slideLayout206.xml"/><Relationship Id="rId28" Type="http://schemas.openxmlformats.org/officeDocument/2006/relationships/slideLayout" Target="../slideLayouts/slideLayout209.xml"/><Relationship Id="rId27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87.xml"/><Relationship Id="rId29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188.xml"/><Relationship Id="rId8" Type="http://schemas.openxmlformats.org/officeDocument/2006/relationships/slideLayout" Target="../slideLayouts/slideLayout189.xml"/><Relationship Id="rId31" Type="http://schemas.openxmlformats.org/officeDocument/2006/relationships/slideLayout" Target="../slideLayouts/slideLayout212.xml"/><Relationship Id="rId30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192.xml"/><Relationship Id="rId33" Type="http://schemas.openxmlformats.org/officeDocument/2006/relationships/slideLayout" Target="../slideLayouts/slideLayout214.xml"/><Relationship Id="rId10" Type="http://schemas.openxmlformats.org/officeDocument/2006/relationships/slideLayout" Target="../slideLayouts/slideLayout191.xml"/><Relationship Id="rId32" Type="http://schemas.openxmlformats.org/officeDocument/2006/relationships/slideLayout" Target="../slideLayouts/slideLayout213.xml"/><Relationship Id="rId13" Type="http://schemas.openxmlformats.org/officeDocument/2006/relationships/slideLayout" Target="../slideLayouts/slideLayout194.xml"/><Relationship Id="rId35" Type="http://schemas.openxmlformats.org/officeDocument/2006/relationships/theme" Target="../theme/theme6.xml"/><Relationship Id="rId12" Type="http://schemas.openxmlformats.org/officeDocument/2006/relationships/slideLayout" Target="../slideLayouts/slideLayout193.xml"/><Relationship Id="rId34" Type="http://schemas.openxmlformats.org/officeDocument/2006/relationships/slideLayout" Target="../slideLayouts/slideLayout215.xml"/><Relationship Id="rId15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195.xml"/><Relationship Id="rId17" Type="http://schemas.openxmlformats.org/officeDocument/2006/relationships/slideLayout" Target="../slideLayouts/slideLayout198.xml"/><Relationship Id="rId16" Type="http://schemas.openxmlformats.org/officeDocument/2006/relationships/slideLayout" Target="../slideLayouts/slideLayout197.xml"/><Relationship Id="rId19" Type="http://schemas.openxmlformats.org/officeDocument/2006/relationships/slideLayout" Target="../slideLayouts/slideLayout200.xml"/><Relationship Id="rId18" Type="http://schemas.openxmlformats.org/officeDocument/2006/relationships/slideLayout" Target="../slideLayouts/slideLayout199.xml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35.xml"/><Relationship Id="rId22" Type="http://schemas.openxmlformats.org/officeDocument/2006/relationships/slideLayout" Target="../slideLayouts/slideLayout237.xml"/><Relationship Id="rId21" Type="http://schemas.openxmlformats.org/officeDocument/2006/relationships/slideLayout" Target="../slideLayouts/slideLayout236.xml"/><Relationship Id="rId24" Type="http://schemas.openxmlformats.org/officeDocument/2006/relationships/slideLayout" Target="../slideLayouts/slideLayout239.xml"/><Relationship Id="rId23" Type="http://schemas.openxmlformats.org/officeDocument/2006/relationships/slideLayout" Target="../slideLayouts/slideLayout238.xml"/><Relationship Id="rId1" Type="http://schemas.openxmlformats.org/officeDocument/2006/relationships/slideLayout" Target="../slideLayouts/slideLayout216.xml"/><Relationship Id="rId2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9.xml"/><Relationship Id="rId9" Type="http://schemas.openxmlformats.org/officeDocument/2006/relationships/slideLayout" Target="../slideLayouts/slideLayout224.xml"/><Relationship Id="rId26" Type="http://schemas.openxmlformats.org/officeDocument/2006/relationships/slideLayout" Target="../slideLayouts/slideLayout241.xml"/><Relationship Id="rId25" Type="http://schemas.openxmlformats.org/officeDocument/2006/relationships/slideLayout" Target="../slideLayouts/slideLayout240.xml"/><Relationship Id="rId28" Type="http://schemas.openxmlformats.org/officeDocument/2006/relationships/slideLayout" Target="../slideLayouts/slideLayout243.xml"/><Relationship Id="rId27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20.xml"/><Relationship Id="rId6" Type="http://schemas.openxmlformats.org/officeDocument/2006/relationships/slideLayout" Target="../slideLayouts/slideLayout221.xml"/><Relationship Id="rId29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22.xml"/><Relationship Id="rId8" Type="http://schemas.openxmlformats.org/officeDocument/2006/relationships/slideLayout" Target="../slideLayouts/slideLayout223.xml"/><Relationship Id="rId31" Type="http://schemas.openxmlformats.org/officeDocument/2006/relationships/slideLayout" Target="../slideLayouts/slideLayout246.xml"/><Relationship Id="rId30" Type="http://schemas.openxmlformats.org/officeDocument/2006/relationships/slideLayout" Target="../slideLayouts/slideLayout245.xml"/><Relationship Id="rId11" Type="http://schemas.openxmlformats.org/officeDocument/2006/relationships/slideLayout" Target="../slideLayouts/slideLayout226.xml"/><Relationship Id="rId33" Type="http://schemas.openxmlformats.org/officeDocument/2006/relationships/slideLayout" Target="../slideLayouts/slideLayout248.xml"/><Relationship Id="rId10" Type="http://schemas.openxmlformats.org/officeDocument/2006/relationships/slideLayout" Target="../slideLayouts/slideLayout225.xml"/><Relationship Id="rId32" Type="http://schemas.openxmlformats.org/officeDocument/2006/relationships/slideLayout" Target="../slideLayouts/slideLayout247.xml"/><Relationship Id="rId13" Type="http://schemas.openxmlformats.org/officeDocument/2006/relationships/slideLayout" Target="../slideLayouts/slideLayout228.xml"/><Relationship Id="rId35" Type="http://schemas.openxmlformats.org/officeDocument/2006/relationships/theme" Target="../theme/theme4.xml"/><Relationship Id="rId12" Type="http://schemas.openxmlformats.org/officeDocument/2006/relationships/slideLayout" Target="../slideLayouts/slideLayout227.xml"/><Relationship Id="rId34" Type="http://schemas.openxmlformats.org/officeDocument/2006/relationships/slideLayout" Target="../slideLayouts/slideLayout249.xml"/><Relationship Id="rId15" Type="http://schemas.openxmlformats.org/officeDocument/2006/relationships/slideLayout" Target="../slideLayouts/slideLayout230.xml"/><Relationship Id="rId14" Type="http://schemas.openxmlformats.org/officeDocument/2006/relationships/slideLayout" Target="../slideLayouts/slideLayout229.xml"/><Relationship Id="rId17" Type="http://schemas.openxmlformats.org/officeDocument/2006/relationships/slideLayout" Target="../slideLayouts/slideLayout232.xml"/><Relationship Id="rId16" Type="http://schemas.openxmlformats.org/officeDocument/2006/relationships/slideLayout" Target="../slideLayouts/slideLayout231.xml"/><Relationship Id="rId19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33.xml"/></Relationships>
</file>

<file path=ppt/slideMasters/_rels/slideMaster9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9.xml"/><Relationship Id="rId22" Type="http://schemas.openxmlformats.org/officeDocument/2006/relationships/slideLayout" Target="../slideLayouts/slideLayout271.xml"/><Relationship Id="rId21" Type="http://schemas.openxmlformats.org/officeDocument/2006/relationships/slideLayout" Target="../slideLayouts/slideLayout270.xml"/><Relationship Id="rId24" Type="http://schemas.openxmlformats.org/officeDocument/2006/relationships/slideLayout" Target="../slideLayouts/slideLayout273.xml"/><Relationship Id="rId23" Type="http://schemas.openxmlformats.org/officeDocument/2006/relationships/slideLayout" Target="../slideLayouts/slideLayout272.xml"/><Relationship Id="rId1" Type="http://schemas.openxmlformats.org/officeDocument/2006/relationships/slideLayout" Target="../slideLayouts/slideLayout250.xml"/><Relationship Id="rId2" Type="http://schemas.openxmlformats.org/officeDocument/2006/relationships/slideLayout" Target="../slideLayouts/slideLayout251.xml"/><Relationship Id="rId3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53.xml"/><Relationship Id="rId9" Type="http://schemas.openxmlformats.org/officeDocument/2006/relationships/slideLayout" Target="../slideLayouts/slideLayout258.xml"/><Relationship Id="rId26" Type="http://schemas.openxmlformats.org/officeDocument/2006/relationships/slideLayout" Target="../slideLayouts/slideLayout275.xml"/><Relationship Id="rId25" Type="http://schemas.openxmlformats.org/officeDocument/2006/relationships/slideLayout" Target="../slideLayouts/slideLayout274.xml"/><Relationship Id="rId28" Type="http://schemas.openxmlformats.org/officeDocument/2006/relationships/slideLayout" Target="../slideLayouts/slideLayout277.xml"/><Relationship Id="rId27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5.xml"/><Relationship Id="rId29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56.xml"/><Relationship Id="rId8" Type="http://schemas.openxmlformats.org/officeDocument/2006/relationships/slideLayout" Target="../slideLayouts/slideLayout257.xml"/><Relationship Id="rId31" Type="http://schemas.openxmlformats.org/officeDocument/2006/relationships/slideLayout" Target="../slideLayouts/slideLayout280.xml"/><Relationship Id="rId30" Type="http://schemas.openxmlformats.org/officeDocument/2006/relationships/slideLayout" Target="../slideLayouts/slideLayout279.xml"/><Relationship Id="rId11" Type="http://schemas.openxmlformats.org/officeDocument/2006/relationships/slideLayout" Target="../slideLayouts/slideLayout260.xml"/><Relationship Id="rId33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59.xml"/><Relationship Id="rId32" Type="http://schemas.openxmlformats.org/officeDocument/2006/relationships/slideLayout" Target="../slideLayouts/slideLayout281.xml"/><Relationship Id="rId13" Type="http://schemas.openxmlformats.org/officeDocument/2006/relationships/slideLayout" Target="../slideLayouts/slideLayout262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261.xml"/><Relationship Id="rId34" Type="http://schemas.openxmlformats.org/officeDocument/2006/relationships/slideLayout" Target="../slideLayouts/slideLayout283.xml"/><Relationship Id="rId15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3.xml"/><Relationship Id="rId17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5.xml"/><Relationship Id="rId19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7.xml"/></Relationships>
</file>

<file path=ppt/slideMasters/_rels/slideMaster10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3.xml"/><Relationship Id="rId22" Type="http://schemas.openxmlformats.org/officeDocument/2006/relationships/slideLayout" Target="../slideLayouts/slideLayout305.xml"/><Relationship Id="rId21" Type="http://schemas.openxmlformats.org/officeDocument/2006/relationships/slideLayout" Target="../slideLayouts/slideLayout304.xml"/><Relationship Id="rId24" Type="http://schemas.openxmlformats.org/officeDocument/2006/relationships/slideLayout" Target="../slideLayouts/slideLayout307.xml"/><Relationship Id="rId23" Type="http://schemas.openxmlformats.org/officeDocument/2006/relationships/slideLayout" Target="../slideLayouts/slideLayout306.xml"/><Relationship Id="rId1" Type="http://schemas.openxmlformats.org/officeDocument/2006/relationships/slideLayout" Target="../slideLayouts/slideLayout284.xml"/><Relationship Id="rId2" Type="http://schemas.openxmlformats.org/officeDocument/2006/relationships/slideLayout" Target="../slideLayouts/slideLayout285.xml"/><Relationship Id="rId3" Type="http://schemas.openxmlformats.org/officeDocument/2006/relationships/slideLayout" Target="../slideLayouts/slideLayout286.xml"/><Relationship Id="rId4" Type="http://schemas.openxmlformats.org/officeDocument/2006/relationships/slideLayout" Target="../slideLayouts/slideLayout287.xml"/><Relationship Id="rId9" Type="http://schemas.openxmlformats.org/officeDocument/2006/relationships/slideLayout" Target="../slideLayouts/slideLayout292.xml"/><Relationship Id="rId26" Type="http://schemas.openxmlformats.org/officeDocument/2006/relationships/slideLayout" Target="../slideLayouts/slideLayout309.xml"/><Relationship Id="rId25" Type="http://schemas.openxmlformats.org/officeDocument/2006/relationships/slideLayout" Target="../slideLayouts/slideLayout308.xml"/><Relationship Id="rId28" Type="http://schemas.openxmlformats.org/officeDocument/2006/relationships/slideLayout" Target="../slideLayouts/slideLayout311.xml"/><Relationship Id="rId27" Type="http://schemas.openxmlformats.org/officeDocument/2006/relationships/slideLayout" Target="../slideLayouts/slideLayout310.xml"/><Relationship Id="rId5" Type="http://schemas.openxmlformats.org/officeDocument/2006/relationships/slideLayout" Target="../slideLayouts/slideLayout288.xml"/><Relationship Id="rId6" Type="http://schemas.openxmlformats.org/officeDocument/2006/relationships/slideLayout" Target="../slideLayouts/slideLayout289.xml"/><Relationship Id="rId29" Type="http://schemas.openxmlformats.org/officeDocument/2006/relationships/slideLayout" Target="../slideLayouts/slideLayout312.xml"/><Relationship Id="rId7" Type="http://schemas.openxmlformats.org/officeDocument/2006/relationships/slideLayout" Target="../slideLayouts/slideLayout290.xml"/><Relationship Id="rId8" Type="http://schemas.openxmlformats.org/officeDocument/2006/relationships/slideLayout" Target="../slideLayouts/slideLayout291.xml"/><Relationship Id="rId31" Type="http://schemas.openxmlformats.org/officeDocument/2006/relationships/slideLayout" Target="../slideLayouts/slideLayout314.xml"/><Relationship Id="rId30" Type="http://schemas.openxmlformats.org/officeDocument/2006/relationships/slideLayout" Target="../slideLayouts/slideLayout313.xml"/><Relationship Id="rId11" Type="http://schemas.openxmlformats.org/officeDocument/2006/relationships/slideLayout" Target="../slideLayouts/slideLayout294.xml"/><Relationship Id="rId33" Type="http://schemas.openxmlformats.org/officeDocument/2006/relationships/slideLayout" Target="../slideLayouts/slideLayout316.xml"/><Relationship Id="rId10" Type="http://schemas.openxmlformats.org/officeDocument/2006/relationships/slideLayout" Target="../slideLayouts/slideLayout293.xml"/><Relationship Id="rId32" Type="http://schemas.openxmlformats.org/officeDocument/2006/relationships/slideLayout" Target="../slideLayouts/slideLayout315.xml"/><Relationship Id="rId13" Type="http://schemas.openxmlformats.org/officeDocument/2006/relationships/slideLayout" Target="../slideLayouts/slideLayout296.xml"/><Relationship Id="rId35" Type="http://schemas.openxmlformats.org/officeDocument/2006/relationships/theme" Target="../theme/theme3.xml"/><Relationship Id="rId12" Type="http://schemas.openxmlformats.org/officeDocument/2006/relationships/slideLayout" Target="../slideLayouts/slideLayout295.xml"/><Relationship Id="rId34" Type="http://schemas.openxmlformats.org/officeDocument/2006/relationships/slideLayout" Target="../slideLayouts/slideLayout317.xml"/><Relationship Id="rId15" Type="http://schemas.openxmlformats.org/officeDocument/2006/relationships/slideLayout" Target="../slideLayouts/slideLayout298.xml"/><Relationship Id="rId14" Type="http://schemas.openxmlformats.org/officeDocument/2006/relationships/slideLayout" Target="../slideLayouts/slideLayout297.xml"/><Relationship Id="rId17" Type="http://schemas.openxmlformats.org/officeDocument/2006/relationships/slideLayout" Target="../slideLayouts/slideLayout300.xml"/><Relationship Id="rId16" Type="http://schemas.openxmlformats.org/officeDocument/2006/relationships/slideLayout" Target="../slideLayouts/slideLayout299.xml"/><Relationship Id="rId19" Type="http://schemas.openxmlformats.org/officeDocument/2006/relationships/slideLayout" Target="../slideLayouts/slideLayout302.xml"/><Relationship Id="rId18" Type="http://schemas.openxmlformats.org/officeDocument/2006/relationships/slideLayout" Target="../slideLayouts/slideLayout3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1" name="Google Shape;20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0" name="Google Shape;350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99" name="Google Shape;499;p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8" name="Google Shape;648;p1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  <p:sldLayoutId id="2147483812" r:id="rId18"/>
    <p:sldLayoutId id="2147483813" r:id="rId19"/>
    <p:sldLayoutId id="2147483814" r:id="rId20"/>
    <p:sldLayoutId id="2147483815" r:id="rId21"/>
    <p:sldLayoutId id="2147483816" r:id="rId22"/>
    <p:sldLayoutId id="2147483817" r:id="rId23"/>
    <p:sldLayoutId id="2147483818" r:id="rId24"/>
    <p:sldLayoutId id="2147483819" r:id="rId25"/>
    <p:sldLayoutId id="2147483820" r:id="rId26"/>
    <p:sldLayoutId id="2147483821" r:id="rId27"/>
    <p:sldLayoutId id="2147483822" r:id="rId28"/>
    <p:sldLayoutId id="2147483823" r:id="rId29"/>
    <p:sldLayoutId id="2147483824" r:id="rId30"/>
    <p:sldLayoutId id="2147483825" r:id="rId31"/>
    <p:sldLayoutId id="2147483826" r:id="rId32"/>
    <p:sldLayoutId id="2147483827" r:id="rId33"/>
    <p:sldLayoutId id="2147483828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97" name="Google Shape;797;p1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  <p:sldLayoutId id="2147483846" r:id="rId18"/>
    <p:sldLayoutId id="2147483847" r:id="rId19"/>
    <p:sldLayoutId id="2147483848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854" r:id="rId26"/>
    <p:sldLayoutId id="2147483855" r:id="rId27"/>
    <p:sldLayoutId id="2147483856" r:id="rId28"/>
    <p:sldLayoutId id="2147483857" r:id="rId29"/>
    <p:sldLayoutId id="2147483858" r:id="rId30"/>
    <p:sldLayoutId id="2147483859" r:id="rId31"/>
    <p:sldLayoutId id="2147483860" r:id="rId32"/>
    <p:sldLayoutId id="2147483861" r:id="rId33"/>
    <p:sldLayoutId id="214748386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46" name="Google Shape;946;p2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  <p:sldLayoutId id="2147483880" r:id="rId18"/>
    <p:sldLayoutId id="2147483881" r:id="rId19"/>
    <p:sldLayoutId id="2147483882" r:id="rId20"/>
    <p:sldLayoutId id="2147483883" r:id="rId21"/>
    <p:sldLayoutId id="2147483884" r:id="rId22"/>
    <p:sldLayoutId id="2147483885" r:id="rId23"/>
    <p:sldLayoutId id="2147483886" r:id="rId24"/>
    <p:sldLayoutId id="2147483887" r:id="rId25"/>
    <p:sldLayoutId id="2147483888" r:id="rId26"/>
    <p:sldLayoutId id="2147483889" r:id="rId27"/>
    <p:sldLayoutId id="2147483890" r:id="rId28"/>
    <p:sldLayoutId id="2147483891" r:id="rId29"/>
    <p:sldLayoutId id="2147483892" r:id="rId30"/>
    <p:sldLayoutId id="2147483893" r:id="rId31"/>
    <p:sldLayoutId id="2147483894" r:id="rId32"/>
    <p:sldLayoutId id="2147483895" r:id="rId33"/>
    <p:sldLayoutId id="2147483896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2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95" name="Google Shape;1095;p2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  <p:sldLayoutId id="2147483916" r:id="rId20"/>
    <p:sldLayoutId id="2147483917" r:id="rId21"/>
    <p:sldLayoutId id="2147483918" r:id="rId22"/>
    <p:sldLayoutId id="2147483919" r:id="rId23"/>
    <p:sldLayoutId id="2147483920" r:id="rId24"/>
    <p:sldLayoutId id="2147483921" r:id="rId25"/>
    <p:sldLayoutId id="2147483922" r:id="rId26"/>
    <p:sldLayoutId id="2147483923" r:id="rId27"/>
    <p:sldLayoutId id="2147483924" r:id="rId28"/>
    <p:sldLayoutId id="2147483925" r:id="rId29"/>
    <p:sldLayoutId id="2147483926" r:id="rId30"/>
    <p:sldLayoutId id="2147483927" r:id="rId31"/>
    <p:sldLayoutId id="2147483928" r:id="rId32"/>
    <p:sldLayoutId id="2147483929" r:id="rId33"/>
    <p:sldLayoutId id="2147483930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2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44" name="Google Shape;1244;p2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  <p:sldLayoutId id="2147483943" r:id="rId13"/>
    <p:sldLayoutId id="2147483944" r:id="rId14"/>
    <p:sldLayoutId id="2147483945" r:id="rId15"/>
    <p:sldLayoutId id="2147483946" r:id="rId16"/>
    <p:sldLayoutId id="2147483947" r:id="rId17"/>
    <p:sldLayoutId id="2147483948" r:id="rId18"/>
    <p:sldLayoutId id="2147483949" r:id="rId19"/>
    <p:sldLayoutId id="2147483950" r:id="rId20"/>
    <p:sldLayoutId id="2147483951" r:id="rId21"/>
    <p:sldLayoutId id="2147483952" r:id="rId22"/>
    <p:sldLayoutId id="2147483953" r:id="rId23"/>
    <p:sldLayoutId id="2147483954" r:id="rId24"/>
    <p:sldLayoutId id="2147483955" r:id="rId25"/>
    <p:sldLayoutId id="2147483956" r:id="rId26"/>
    <p:sldLayoutId id="2147483957" r:id="rId27"/>
    <p:sldLayoutId id="2147483958" r:id="rId28"/>
    <p:sldLayoutId id="2147483959" r:id="rId29"/>
    <p:sldLayoutId id="2147483960" r:id="rId30"/>
    <p:sldLayoutId id="2147483961" r:id="rId31"/>
    <p:sldLayoutId id="2147483962" r:id="rId32"/>
    <p:sldLayoutId id="2147483963" r:id="rId33"/>
    <p:sldLayoutId id="2147483964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0.png"/><Relationship Id="rId4" Type="http://schemas.openxmlformats.org/officeDocument/2006/relationships/image" Target="../media/image115.png"/><Relationship Id="rId5" Type="http://schemas.openxmlformats.org/officeDocument/2006/relationships/image" Target="../media/image1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6.png"/><Relationship Id="rId4" Type="http://schemas.openxmlformats.org/officeDocument/2006/relationships/image" Target="../media/image123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328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rotWithShape="0" algn="bl" dir="8760000" dist="19050">
              <a:srgbClr val="76A5AF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Sales reloaded</a:t>
            </a:r>
            <a:endParaRPr/>
          </a:p>
        </p:txBody>
      </p:sp>
      <p:sp>
        <p:nvSpPr>
          <p:cNvPr id="1396" name="Google Shape;1396;p328"/>
          <p:cNvSpPr txBox="1"/>
          <p:nvPr>
            <p:ph idx="1" type="subTitle"/>
          </p:nvPr>
        </p:nvSpPr>
        <p:spPr>
          <a:xfrm>
            <a:off x="2044200" y="2724425"/>
            <a:ext cx="5055600" cy="14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FFFFF"/>
                </a:solidFill>
              </a:rPr>
              <a:t>Дипломант: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FFFFF"/>
                </a:solidFill>
              </a:rPr>
              <a:t>Мартин Дойчинов от 12 Б клас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FFFFF"/>
                </a:solidFill>
              </a:rPr>
              <a:t>Дипломен ръководител: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FFFFF"/>
                </a:solidFill>
              </a:rPr>
              <a:t>Милен Спасов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397" name="Google Shape;1397;p32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32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Проблеми, които решавам</a:t>
            </a:r>
            <a:endParaRPr/>
          </a:p>
        </p:txBody>
      </p:sp>
      <p:cxnSp>
        <p:nvCxnSpPr>
          <p:cNvPr id="1403" name="Google Shape;1403;p32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1404" name="Google Shape;1404;p329"/>
          <p:cNvSpPr txBox="1"/>
          <p:nvPr>
            <p:ph type="title"/>
          </p:nvPr>
        </p:nvSpPr>
        <p:spPr>
          <a:xfrm>
            <a:off x="1026205" y="2463175"/>
            <a:ext cx="33012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Липса на централизирана система за управление на наличности и документи</a:t>
            </a:r>
            <a:endParaRPr/>
          </a:p>
        </p:txBody>
      </p:sp>
      <p:sp>
        <p:nvSpPr>
          <p:cNvPr id="1405" name="Google Shape;1405;p329"/>
          <p:cNvSpPr txBox="1"/>
          <p:nvPr>
            <p:ph idx="2" type="title"/>
          </p:nvPr>
        </p:nvSpPr>
        <p:spPr>
          <a:xfrm>
            <a:off x="4816563" y="2183749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Трудно проследяване на наличностите на стоките</a:t>
            </a:r>
            <a:endParaRPr/>
          </a:p>
        </p:txBody>
      </p:sp>
      <p:cxnSp>
        <p:nvCxnSpPr>
          <p:cNvPr id="1406" name="Google Shape;1406;p329"/>
          <p:cNvCxnSpPr/>
          <p:nvPr/>
        </p:nvCxnSpPr>
        <p:spPr>
          <a:xfrm>
            <a:off x="2427307" y="3084098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cxnSp>
        <p:nvCxnSpPr>
          <p:cNvPr id="1407" name="Google Shape;1407;p329"/>
          <p:cNvCxnSpPr/>
          <p:nvPr/>
        </p:nvCxnSpPr>
        <p:spPr>
          <a:xfrm>
            <a:off x="5875713" y="3084098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330"/>
          <p:cNvSpPr txBox="1"/>
          <p:nvPr>
            <p:ph idx="6" type="title"/>
          </p:nvPr>
        </p:nvSpPr>
        <p:spPr>
          <a:xfrm>
            <a:off x="989925" y="980677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01</a:t>
            </a:r>
            <a:endParaRPr/>
          </a:p>
        </p:txBody>
      </p:sp>
      <p:sp>
        <p:nvSpPr>
          <p:cNvPr id="1413" name="Google Shape;1413;p330"/>
          <p:cNvSpPr txBox="1"/>
          <p:nvPr>
            <p:ph type="title"/>
          </p:nvPr>
        </p:nvSpPr>
        <p:spPr>
          <a:xfrm>
            <a:off x="3542159" y="1772652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Zoho inventory</a:t>
            </a:r>
            <a:endParaRPr/>
          </a:p>
        </p:txBody>
      </p:sp>
      <p:sp>
        <p:nvSpPr>
          <p:cNvPr id="1414" name="Google Shape;1414;p330"/>
          <p:cNvSpPr txBox="1"/>
          <p:nvPr>
            <p:ph idx="2" type="title"/>
          </p:nvPr>
        </p:nvSpPr>
        <p:spPr>
          <a:xfrm>
            <a:off x="6035878" y="1878002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inFlow inventory</a:t>
            </a:r>
            <a:endParaRPr/>
          </a:p>
        </p:txBody>
      </p:sp>
      <p:sp>
        <p:nvSpPr>
          <p:cNvPr id="1415" name="Google Shape;1415;p330"/>
          <p:cNvSpPr txBox="1"/>
          <p:nvPr>
            <p:ph idx="4" type="title"/>
          </p:nvPr>
        </p:nvSpPr>
        <p:spPr>
          <a:xfrm>
            <a:off x="1048447" y="1862102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Odoo inventory</a:t>
            </a:r>
            <a:endParaRPr/>
          </a:p>
        </p:txBody>
      </p:sp>
      <p:sp>
        <p:nvSpPr>
          <p:cNvPr id="1416" name="Google Shape;1416;p330"/>
          <p:cNvSpPr txBox="1"/>
          <p:nvPr>
            <p:ph idx="7" type="title"/>
          </p:nvPr>
        </p:nvSpPr>
        <p:spPr>
          <a:xfrm>
            <a:off x="3479975" y="980677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02</a:t>
            </a:r>
            <a:endParaRPr/>
          </a:p>
        </p:txBody>
      </p:sp>
      <p:sp>
        <p:nvSpPr>
          <p:cNvPr id="1417" name="Google Shape;1417;p330"/>
          <p:cNvSpPr txBox="1"/>
          <p:nvPr>
            <p:ph idx="8" type="title"/>
          </p:nvPr>
        </p:nvSpPr>
        <p:spPr>
          <a:xfrm>
            <a:off x="5970025" y="980677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03</a:t>
            </a:r>
            <a:endParaRPr/>
          </a:p>
        </p:txBody>
      </p:sp>
      <p:cxnSp>
        <p:nvCxnSpPr>
          <p:cNvPr id="1418" name="Google Shape;1418;p330"/>
          <p:cNvCxnSpPr/>
          <p:nvPr/>
        </p:nvCxnSpPr>
        <p:spPr>
          <a:xfrm>
            <a:off x="1824825" y="1756137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cxnSp>
        <p:nvCxnSpPr>
          <p:cNvPr id="1419" name="Google Shape;1419;p330"/>
          <p:cNvCxnSpPr/>
          <p:nvPr/>
        </p:nvCxnSpPr>
        <p:spPr>
          <a:xfrm>
            <a:off x="4314875" y="1756137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cxnSp>
        <p:nvCxnSpPr>
          <p:cNvPr id="1420" name="Google Shape;1420;p330"/>
          <p:cNvCxnSpPr/>
          <p:nvPr/>
        </p:nvCxnSpPr>
        <p:spPr>
          <a:xfrm>
            <a:off x="6804925" y="1756137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pic>
        <p:nvPicPr>
          <p:cNvPr id="1421" name="Google Shape;1421;p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5" y="2337577"/>
            <a:ext cx="3055825" cy="182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2" name="Google Shape;1422;p3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575" y="2337577"/>
            <a:ext cx="2766350" cy="260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3" name="Google Shape;1423;p3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6175" y="2337577"/>
            <a:ext cx="2992325" cy="182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330"/>
          <p:cNvSpPr txBox="1"/>
          <p:nvPr>
            <p:ph idx="6" type="title"/>
          </p:nvPr>
        </p:nvSpPr>
        <p:spPr>
          <a:xfrm>
            <a:off x="974000" y="79250"/>
            <a:ext cx="7203300" cy="9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Съществуващи решения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331"/>
          <p:cNvSpPr txBox="1"/>
          <p:nvPr>
            <p:ph type="title"/>
          </p:nvPr>
        </p:nvSpPr>
        <p:spPr>
          <a:xfrm>
            <a:off x="3067223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Архитектура</a:t>
            </a:r>
            <a:endParaRPr/>
          </a:p>
        </p:txBody>
      </p:sp>
      <p:sp>
        <p:nvSpPr>
          <p:cNvPr id="1430" name="Google Shape;1430;p331"/>
          <p:cNvSpPr txBox="1"/>
          <p:nvPr>
            <p:ph idx="2" type="title"/>
          </p:nvPr>
        </p:nvSpPr>
        <p:spPr>
          <a:xfrm>
            <a:off x="665693" y="2701495"/>
            <a:ext cx="25167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Представителен слой</a:t>
            </a:r>
            <a:endParaRPr/>
          </a:p>
        </p:txBody>
      </p:sp>
      <p:sp>
        <p:nvSpPr>
          <p:cNvPr id="1431" name="Google Shape;1431;p331"/>
          <p:cNvSpPr txBox="1"/>
          <p:nvPr>
            <p:ph idx="1" type="subTitle"/>
          </p:nvPr>
        </p:nvSpPr>
        <p:spPr>
          <a:xfrm>
            <a:off x="585207" y="3207695"/>
            <a:ext cx="24750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bg" sz="1200"/>
              <a:t>Реализира </a:t>
            </a:r>
            <a:r>
              <a:rPr lang="bg" sz="1200"/>
              <a:t>п</a:t>
            </a:r>
            <a:r>
              <a:rPr lang="bg" sz="1200"/>
              <a:t>отребителския интерфейс и осигурява взаимодействието с крайния потребител.</a:t>
            </a:r>
            <a:endParaRPr sz="1200"/>
          </a:p>
        </p:txBody>
      </p:sp>
      <p:sp>
        <p:nvSpPr>
          <p:cNvPr id="1432" name="Google Shape;1432;p331"/>
          <p:cNvSpPr txBox="1"/>
          <p:nvPr>
            <p:ph idx="3" type="title"/>
          </p:nvPr>
        </p:nvSpPr>
        <p:spPr>
          <a:xfrm>
            <a:off x="3938748" y="270149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Логически слой</a:t>
            </a:r>
            <a:endParaRPr/>
          </a:p>
        </p:txBody>
      </p:sp>
      <p:sp>
        <p:nvSpPr>
          <p:cNvPr id="1433" name="Google Shape;1433;p331"/>
          <p:cNvSpPr txBox="1"/>
          <p:nvPr>
            <p:ph idx="4" type="subTitle"/>
          </p:nvPr>
        </p:nvSpPr>
        <p:spPr>
          <a:xfrm>
            <a:off x="3718575" y="3207695"/>
            <a:ext cx="21120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bg" sz="1200"/>
              <a:t>Обработва бизнес логиката, валидира данните и управлява достъпа до системата</a:t>
            </a:r>
            <a:endParaRPr sz="1200"/>
          </a:p>
        </p:txBody>
      </p:sp>
      <p:sp>
        <p:nvSpPr>
          <p:cNvPr id="1434" name="Google Shape;1434;p331"/>
          <p:cNvSpPr txBox="1"/>
          <p:nvPr>
            <p:ph idx="5" type="title"/>
          </p:nvPr>
        </p:nvSpPr>
        <p:spPr>
          <a:xfrm>
            <a:off x="6774283" y="270149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Слой за данни</a:t>
            </a:r>
            <a:endParaRPr/>
          </a:p>
        </p:txBody>
      </p:sp>
      <p:sp>
        <p:nvSpPr>
          <p:cNvPr id="1435" name="Google Shape;1435;p331"/>
          <p:cNvSpPr txBox="1"/>
          <p:nvPr>
            <p:ph idx="6" type="subTitle"/>
          </p:nvPr>
        </p:nvSpPr>
        <p:spPr>
          <a:xfrm>
            <a:off x="6774286" y="3207708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bg" sz="1200">
                <a:latin typeface="Arial"/>
                <a:ea typeface="Arial"/>
                <a:cs typeface="Arial"/>
                <a:sym typeface="Arial"/>
              </a:rPr>
              <a:t>Отговаря за съхранението и управлението на информацията.</a:t>
            </a:r>
            <a:endParaRPr/>
          </a:p>
        </p:txBody>
      </p:sp>
      <p:sp>
        <p:nvSpPr>
          <p:cNvPr id="1436" name="Google Shape;1436;p331"/>
          <p:cNvSpPr/>
          <p:nvPr/>
        </p:nvSpPr>
        <p:spPr>
          <a:xfrm>
            <a:off x="1546692" y="168529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31"/>
          <p:cNvSpPr/>
          <p:nvPr/>
        </p:nvSpPr>
        <p:spPr>
          <a:xfrm>
            <a:off x="4338336" y="168529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31"/>
          <p:cNvSpPr/>
          <p:nvPr/>
        </p:nvSpPr>
        <p:spPr>
          <a:xfrm>
            <a:off x="7173885" y="168529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9" name="Google Shape;1439;p331"/>
          <p:cNvCxnSpPr/>
          <p:nvPr/>
        </p:nvCxnSpPr>
        <p:spPr>
          <a:xfrm>
            <a:off x="2986674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grpSp>
        <p:nvGrpSpPr>
          <p:cNvPr id="1440" name="Google Shape;1440;p331"/>
          <p:cNvGrpSpPr/>
          <p:nvPr/>
        </p:nvGrpSpPr>
        <p:grpSpPr>
          <a:xfrm>
            <a:off x="4515247" y="1968922"/>
            <a:ext cx="499533" cy="305136"/>
            <a:chOff x="7009649" y="1541981"/>
            <a:chExt cx="524940" cy="320655"/>
          </a:xfrm>
        </p:grpSpPr>
        <p:sp>
          <p:nvSpPr>
            <p:cNvPr id="1441" name="Google Shape;1441;p331"/>
            <p:cNvSpPr/>
            <p:nvPr/>
          </p:nvSpPr>
          <p:spPr>
            <a:xfrm>
              <a:off x="7009649" y="1541981"/>
              <a:ext cx="524940" cy="320655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42" name="Google Shape;1442;p331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43" name="Google Shape;1443;p331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44" name="Google Shape;1444;p331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45" name="Google Shape;1445;p331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46" name="Google Shape;1446;p331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47" name="Google Shape;1447;p331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48" name="Google Shape;1448;p331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449" name="Google Shape;1449;p331"/>
          <p:cNvGrpSpPr/>
          <p:nvPr/>
        </p:nvGrpSpPr>
        <p:grpSpPr>
          <a:xfrm>
            <a:off x="7458522" y="1964396"/>
            <a:ext cx="337684" cy="314194"/>
            <a:chOff x="6099375" y="2456075"/>
            <a:chExt cx="337684" cy="314194"/>
          </a:xfrm>
        </p:grpSpPr>
        <p:sp>
          <p:nvSpPr>
            <p:cNvPr id="1450" name="Google Shape;1450;p331"/>
            <p:cNvSpPr/>
            <p:nvPr/>
          </p:nvSpPr>
          <p:spPr>
            <a:xfrm>
              <a:off x="6099375" y="2456075"/>
              <a:ext cx="337684" cy="314194"/>
            </a:xfrm>
            <a:custGeom>
              <a:rect b="b" l="l" r="r" t="t"/>
              <a:pathLst>
                <a:path extrusionOk="0" h="9871" w="10609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31"/>
            <p:cNvSpPr/>
            <p:nvPr/>
          </p:nvSpPr>
          <p:spPr>
            <a:xfrm>
              <a:off x="6306652" y="2638748"/>
              <a:ext cx="59904" cy="59522"/>
            </a:xfrm>
            <a:custGeom>
              <a:rect b="b" l="l" r="r" t="t"/>
              <a:pathLst>
                <a:path extrusionOk="0" h="1870" w="1882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2" name="Google Shape;1452;p331"/>
          <p:cNvGrpSpPr/>
          <p:nvPr/>
        </p:nvGrpSpPr>
        <p:grpSpPr>
          <a:xfrm>
            <a:off x="1803370" y="1942182"/>
            <a:ext cx="359015" cy="358633"/>
            <a:chOff x="1309875" y="1499912"/>
            <a:chExt cx="359015" cy="358633"/>
          </a:xfrm>
        </p:grpSpPr>
        <p:sp>
          <p:nvSpPr>
            <p:cNvPr id="1453" name="Google Shape;1453;p331"/>
            <p:cNvSpPr/>
            <p:nvPr/>
          </p:nvSpPr>
          <p:spPr>
            <a:xfrm>
              <a:off x="1309875" y="1499912"/>
              <a:ext cx="133708" cy="204665"/>
            </a:xfrm>
            <a:custGeom>
              <a:rect b="b" l="l" r="r" t="t"/>
              <a:pathLst>
                <a:path extrusionOk="0" h="6435" w="4204">
                  <a:moveTo>
                    <a:pt x="1310" y="0"/>
                  </a:moveTo>
                  <a:cubicBezTo>
                    <a:pt x="608" y="0"/>
                    <a:pt x="24" y="560"/>
                    <a:pt x="24" y="1274"/>
                  </a:cubicBezTo>
                  <a:cubicBezTo>
                    <a:pt x="36" y="6323"/>
                    <a:pt x="0" y="6037"/>
                    <a:pt x="72" y="6311"/>
                  </a:cubicBezTo>
                  <a:cubicBezTo>
                    <a:pt x="82" y="6381"/>
                    <a:pt x="152" y="6435"/>
                    <a:pt x="231" y="6435"/>
                  </a:cubicBezTo>
                  <a:cubicBezTo>
                    <a:pt x="246" y="6435"/>
                    <a:pt x="260" y="6433"/>
                    <a:pt x="274" y="6430"/>
                  </a:cubicBezTo>
                  <a:cubicBezTo>
                    <a:pt x="370" y="6394"/>
                    <a:pt x="429" y="6311"/>
                    <a:pt x="393" y="6215"/>
                  </a:cubicBezTo>
                  <a:cubicBezTo>
                    <a:pt x="358" y="6013"/>
                    <a:pt x="381" y="6180"/>
                    <a:pt x="370" y="1262"/>
                  </a:cubicBezTo>
                  <a:cubicBezTo>
                    <a:pt x="370" y="739"/>
                    <a:pt x="786" y="322"/>
                    <a:pt x="1310" y="322"/>
                  </a:cubicBezTo>
                  <a:lnTo>
                    <a:pt x="4049" y="322"/>
                  </a:lnTo>
                  <a:cubicBezTo>
                    <a:pt x="4132" y="322"/>
                    <a:pt x="4203" y="250"/>
                    <a:pt x="4203" y="167"/>
                  </a:cubicBezTo>
                  <a:cubicBezTo>
                    <a:pt x="4203" y="72"/>
                    <a:pt x="4132" y="0"/>
                    <a:pt x="404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31"/>
            <p:cNvSpPr/>
            <p:nvPr/>
          </p:nvSpPr>
          <p:spPr>
            <a:xfrm>
              <a:off x="1454524" y="1499912"/>
              <a:ext cx="213602" cy="123467"/>
            </a:xfrm>
            <a:custGeom>
              <a:rect b="b" l="l" r="r" t="t"/>
              <a:pathLst>
                <a:path extrusionOk="0" h="3882" w="6716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5430" y="322"/>
                  </a:lnTo>
                  <a:cubicBezTo>
                    <a:pt x="5954" y="322"/>
                    <a:pt x="6371" y="739"/>
                    <a:pt x="6371" y="1262"/>
                  </a:cubicBezTo>
                  <a:lnTo>
                    <a:pt x="6371" y="3715"/>
                  </a:lnTo>
                  <a:cubicBezTo>
                    <a:pt x="6371" y="3810"/>
                    <a:pt x="6442" y="3882"/>
                    <a:pt x="6537" y="3882"/>
                  </a:cubicBezTo>
                  <a:cubicBezTo>
                    <a:pt x="6621" y="3882"/>
                    <a:pt x="6704" y="3810"/>
                    <a:pt x="6704" y="3715"/>
                  </a:cubicBezTo>
                  <a:lnTo>
                    <a:pt x="6704" y="1262"/>
                  </a:lnTo>
                  <a:cubicBezTo>
                    <a:pt x="6716" y="584"/>
                    <a:pt x="6144" y="0"/>
                    <a:pt x="543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31"/>
            <p:cNvSpPr/>
            <p:nvPr/>
          </p:nvSpPr>
          <p:spPr>
            <a:xfrm>
              <a:off x="1322756" y="1634701"/>
              <a:ext cx="346134" cy="223844"/>
            </a:xfrm>
            <a:custGeom>
              <a:rect b="b" l="l" r="r" t="t"/>
              <a:pathLst>
                <a:path extrusionOk="0" h="7038" w="10883">
                  <a:moveTo>
                    <a:pt x="5930" y="3037"/>
                  </a:moveTo>
                  <a:lnTo>
                    <a:pt x="5930" y="5656"/>
                  </a:lnTo>
                  <a:lnTo>
                    <a:pt x="4560" y="5656"/>
                  </a:lnTo>
                  <a:lnTo>
                    <a:pt x="4560" y="3037"/>
                  </a:lnTo>
                  <a:close/>
                  <a:moveTo>
                    <a:pt x="7370" y="5990"/>
                  </a:moveTo>
                  <a:cubicBezTo>
                    <a:pt x="7549" y="5990"/>
                    <a:pt x="7716" y="6133"/>
                    <a:pt x="7716" y="6323"/>
                  </a:cubicBezTo>
                  <a:lnTo>
                    <a:pt x="7716" y="6383"/>
                  </a:lnTo>
                  <a:cubicBezTo>
                    <a:pt x="7716" y="6561"/>
                    <a:pt x="7573" y="6728"/>
                    <a:pt x="7370" y="6728"/>
                  </a:cubicBezTo>
                  <a:lnTo>
                    <a:pt x="3120" y="6728"/>
                  </a:lnTo>
                  <a:cubicBezTo>
                    <a:pt x="2941" y="6728"/>
                    <a:pt x="2774" y="6585"/>
                    <a:pt x="2774" y="6383"/>
                  </a:cubicBezTo>
                  <a:lnTo>
                    <a:pt x="2774" y="6323"/>
                  </a:lnTo>
                  <a:cubicBezTo>
                    <a:pt x="2774" y="6145"/>
                    <a:pt x="2929" y="5990"/>
                    <a:pt x="3120" y="5990"/>
                  </a:cubicBezTo>
                  <a:close/>
                  <a:moveTo>
                    <a:pt x="10692" y="1"/>
                  </a:moveTo>
                  <a:cubicBezTo>
                    <a:pt x="10597" y="1"/>
                    <a:pt x="10525" y="72"/>
                    <a:pt x="10525" y="168"/>
                  </a:cubicBezTo>
                  <a:lnTo>
                    <a:pt x="10525" y="1763"/>
                  </a:lnTo>
                  <a:cubicBezTo>
                    <a:pt x="10525" y="2275"/>
                    <a:pt x="10109" y="2692"/>
                    <a:pt x="9585" y="2692"/>
                  </a:cubicBezTo>
                  <a:lnTo>
                    <a:pt x="917" y="2692"/>
                  </a:lnTo>
                  <a:cubicBezTo>
                    <a:pt x="691" y="2692"/>
                    <a:pt x="465" y="2608"/>
                    <a:pt x="298" y="2454"/>
                  </a:cubicBezTo>
                  <a:cubicBezTo>
                    <a:pt x="265" y="2426"/>
                    <a:pt x="225" y="2412"/>
                    <a:pt x="185" y="2412"/>
                  </a:cubicBezTo>
                  <a:cubicBezTo>
                    <a:pt x="138" y="2412"/>
                    <a:pt x="92" y="2432"/>
                    <a:pt x="60" y="2477"/>
                  </a:cubicBezTo>
                  <a:cubicBezTo>
                    <a:pt x="0" y="2549"/>
                    <a:pt x="0" y="2656"/>
                    <a:pt x="84" y="2716"/>
                  </a:cubicBezTo>
                  <a:cubicBezTo>
                    <a:pt x="322" y="2918"/>
                    <a:pt x="619" y="3025"/>
                    <a:pt x="917" y="3025"/>
                  </a:cubicBezTo>
                  <a:lnTo>
                    <a:pt x="4227" y="3025"/>
                  </a:lnTo>
                  <a:lnTo>
                    <a:pt x="4227" y="5644"/>
                  </a:lnTo>
                  <a:lnTo>
                    <a:pt x="3132" y="5644"/>
                  </a:lnTo>
                  <a:cubicBezTo>
                    <a:pt x="2763" y="5644"/>
                    <a:pt x="2465" y="5942"/>
                    <a:pt x="2465" y="6311"/>
                  </a:cubicBezTo>
                  <a:lnTo>
                    <a:pt x="2465" y="6371"/>
                  </a:lnTo>
                  <a:cubicBezTo>
                    <a:pt x="2465" y="6740"/>
                    <a:pt x="2763" y="7038"/>
                    <a:pt x="3132" y="7038"/>
                  </a:cubicBezTo>
                  <a:lnTo>
                    <a:pt x="7394" y="7038"/>
                  </a:lnTo>
                  <a:cubicBezTo>
                    <a:pt x="7763" y="7038"/>
                    <a:pt x="8061" y="6740"/>
                    <a:pt x="8061" y="6371"/>
                  </a:cubicBezTo>
                  <a:lnTo>
                    <a:pt x="8061" y="6311"/>
                  </a:lnTo>
                  <a:cubicBezTo>
                    <a:pt x="8061" y="5942"/>
                    <a:pt x="7763" y="5644"/>
                    <a:pt x="7394" y="5644"/>
                  </a:cubicBezTo>
                  <a:lnTo>
                    <a:pt x="6287" y="5644"/>
                  </a:lnTo>
                  <a:lnTo>
                    <a:pt x="6287" y="3037"/>
                  </a:lnTo>
                  <a:lnTo>
                    <a:pt x="9609" y="3037"/>
                  </a:lnTo>
                  <a:cubicBezTo>
                    <a:pt x="10311" y="3037"/>
                    <a:pt x="10883" y="2477"/>
                    <a:pt x="10883" y="1751"/>
                  </a:cubicBezTo>
                  <a:lnTo>
                    <a:pt x="10883" y="168"/>
                  </a:lnTo>
                  <a:cubicBezTo>
                    <a:pt x="10859" y="72"/>
                    <a:pt x="10787" y="1"/>
                    <a:pt x="10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31"/>
            <p:cNvSpPr/>
            <p:nvPr/>
          </p:nvSpPr>
          <p:spPr>
            <a:xfrm>
              <a:off x="1331852" y="1519217"/>
              <a:ext cx="191243" cy="140514"/>
            </a:xfrm>
            <a:custGeom>
              <a:rect b="b" l="l" r="r" t="t"/>
              <a:pathLst>
                <a:path extrusionOk="0" h="4418" w="6013">
                  <a:moveTo>
                    <a:pt x="869" y="1"/>
                  </a:moveTo>
                  <a:cubicBezTo>
                    <a:pt x="393" y="1"/>
                    <a:pt x="0" y="393"/>
                    <a:pt x="0" y="870"/>
                  </a:cubicBezTo>
                  <a:lnTo>
                    <a:pt x="0" y="4263"/>
                  </a:lnTo>
                  <a:cubicBezTo>
                    <a:pt x="0" y="4346"/>
                    <a:pt x="83" y="4418"/>
                    <a:pt x="167" y="4418"/>
                  </a:cubicBezTo>
                  <a:cubicBezTo>
                    <a:pt x="262" y="4418"/>
                    <a:pt x="333" y="4346"/>
                    <a:pt x="333" y="4263"/>
                  </a:cubicBezTo>
                  <a:lnTo>
                    <a:pt x="333" y="870"/>
                  </a:lnTo>
                  <a:cubicBezTo>
                    <a:pt x="333" y="572"/>
                    <a:pt x="572" y="334"/>
                    <a:pt x="869" y="334"/>
                  </a:cubicBezTo>
                  <a:lnTo>
                    <a:pt x="5834" y="334"/>
                  </a:lnTo>
                  <a:cubicBezTo>
                    <a:pt x="5929" y="334"/>
                    <a:pt x="6001" y="251"/>
                    <a:pt x="6001" y="167"/>
                  </a:cubicBezTo>
                  <a:cubicBezTo>
                    <a:pt x="6013" y="72"/>
                    <a:pt x="5929" y="1"/>
                    <a:pt x="5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31"/>
            <p:cNvSpPr/>
            <p:nvPr/>
          </p:nvSpPr>
          <p:spPr>
            <a:xfrm>
              <a:off x="1331852" y="1519217"/>
              <a:ext cx="315442" cy="190512"/>
            </a:xfrm>
            <a:custGeom>
              <a:rect b="b" l="l" r="r" t="t"/>
              <a:pathLst>
                <a:path extrusionOk="0" h="5990" w="9918">
                  <a:moveTo>
                    <a:pt x="6513" y="1"/>
                  </a:moveTo>
                  <a:cubicBezTo>
                    <a:pt x="6418" y="1"/>
                    <a:pt x="6346" y="72"/>
                    <a:pt x="6346" y="167"/>
                  </a:cubicBezTo>
                  <a:cubicBezTo>
                    <a:pt x="6346" y="251"/>
                    <a:pt x="6418" y="322"/>
                    <a:pt x="6513" y="322"/>
                  </a:cubicBezTo>
                  <a:lnTo>
                    <a:pt x="9049" y="322"/>
                  </a:lnTo>
                  <a:cubicBezTo>
                    <a:pt x="9346" y="322"/>
                    <a:pt x="9585" y="560"/>
                    <a:pt x="9585" y="870"/>
                  </a:cubicBezTo>
                  <a:lnTo>
                    <a:pt x="9585" y="5120"/>
                  </a:lnTo>
                  <a:cubicBezTo>
                    <a:pt x="9585" y="5418"/>
                    <a:pt x="9346" y="5656"/>
                    <a:pt x="9049" y="5656"/>
                  </a:cubicBezTo>
                  <a:lnTo>
                    <a:pt x="869" y="5656"/>
                  </a:lnTo>
                  <a:cubicBezTo>
                    <a:pt x="572" y="5656"/>
                    <a:pt x="333" y="5418"/>
                    <a:pt x="333" y="5120"/>
                  </a:cubicBezTo>
                  <a:lnTo>
                    <a:pt x="333" y="4930"/>
                  </a:lnTo>
                  <a:cubicBezTo>
                    <a:pt x="333" y="4834"/>
                    <a:pt x="262" y="4763"/>
                    <a:pt x="167" y="4763"/>
                  </a:cubicBezTo>
                  <a:cubicBezTo>
                    <a:pt x="71" y="4763"/>
                    <a:pt x="0" y="4834"/>
                    <a:pt x="0" y="4930"/>
                  </a:cubicBezTo>
                  <a:lnTo>
                    <a:pt x="0" y="5120"/>
                  </a:lnTo>
                  <a:cubicBezTo>
                    <a:pt x="0" y="5596"/>
                    <a:pt x="393" y="5989"/>
                    <a:pt x="869" y="5989"/>
                  </a:cubicBezTo>
                  <a:lnTo>
                    <a:pt x="9049" y="5989"/>
                  </a:lnTo>
                  <a:cubicBezTo>
                    <a:pt x="9525" y="5989"/>
                    <a:pt x="9918" y="5596"/>
                    <a:pt x="9918" y="5120"/>
                  </a:cubicBezTo>
                  <a:lnTo>
                    <a:pt x="9918" y="870"/>
                  </a:lnTo>
                  <a:cubicBezTo>
                    <a:pt x="9918" y="393"/>
                    <a:pt x="9525" y="1"/>
                    <a:pt x="904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31"/>
            <p:cNvSpPr/>
            <p:nvPr/>
          </p:nvSpPr>
          <p:spPr>
            <a:xfrm>
              <a:off x="1587056" y="1669178"/>
              <a:ext cx="32" cy="32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31"/>
            <p:cNvSpPr/>
            <p:nvPr/>
          </p:nvSpPr>
          <p:spPr>
            <a:xfrm>
              <a:off x="1471190" y="1538523"/>
              <a:ext cx="160965" cy="141278"/>
            </a:xfrm>
            <a:custGeom>
              <a:rect b="b" l="l" r="r" t="t"/>
              <a:pathLst>
                <a:path extrusionOk="0" h="4442" w="5061">
                  <a:moveTo>
                    <a:pt x="2489" y="346"/>
                  </a:moveTo>
                  <a:lnTo>
                    <a:pt x="1536" y="1096"/>
                  </a:lnTo>
                  <a:lnTo>
                    <a:pt x="548" y="346"/>
                  </a:lnTo>
                  <a:close/>
                  <a:moveTo>
                    <a:pt x="322" y="596"/>
                  </a:moveTo>
                  <a:lnTo>
                    <a:pt x="1251" y="1299"/>
                  </a:lnTo>
                  <a:lnTo>
                    <a:pt x="322" y="2013"/>
                  </a:lnTo>
                  <a:lnTo>
                    <a:pt x="322" y="596"/>
                  </a:lnTo>
                  <a:close/>
                  <a:moveTo>
                    <a:pt x="2739" y="584"/>
                  </a:moveTo>
                  <a:lnTo>
                    <a:pt x="2739" y="2013"/>
                  </a:lnTo>
                  <a:lnTo>
                    <a:pt x="1810" y="1299"/>
                  </a:lnTo>
                  <a:lnTo>
                    <a:pt x="2739" y="584"/>
                  </a:lnTo>
                  <a:close/>
                  <a:moveTo>
                    <a:pt x="1536" y="1501"/>
                  </a:moveTo>
                  <a:lnTo>
                    <a:pt x="2525" y="2263"/>
                  </a:lnTo>
                  <a:lnTo>
                    <a:pt x="548" y="2263"/>
                  </a:lnTo>
                  <a:lnTo>
                    <a:pt x="1536" y="1501"/>
                  </a:lnTo>
                  <a:close/>
                  <a:moveTo>
                    <a:pt x="3239" y="2680"/>
                  </a:moveTo>
                  <a:lnTo>
                    <a:pt x="3239" y="2680"/>
                  </a:lnTo>
                  <a:cubicBezTo>
                    <a:pt x="3261" y="2702"/>
                    <a:pt x="4644" y="3120"/>
                    <a:pt x="4644" y="3120"/>
                  </a:cubicBezTo>
                  <a:cubicBezTo>
                    <a:pt x="4639" y="3122"/>
                    <a:pt x="4637" y="3122"/>
                    <a:pt x="4636" y="3122"/>
                  </a:cubicBezTo>
                  <a:cubicBezTo>
                    <a:pt x="4636" y="3122"/>
                    <a:pt x="4642" y="3120"/>
                    <a:pt x="4640" y="3120"/>
                  </a:cubicBezTo>
                  <a:cubicBezTo>
                    <a:pt x="4636" y="3120"/>
                    <a:pt x="4565" y="3136"/>
                    <a:pt x="4049" y="3263"/>
                  </a:cubicBezTo>
                  <a:cubicBezTo>
                    <a:pt x="3930" y="3287"/>
                    <a:pt x="3834" y="3382"/>
                    <a:pt x="3811" y="3501"/>
                  </a:cubicBezTo>
                  <a:cubicBezTo>
                    <a:pt x="3686" y="3957"/>
                    <a:pt x="3662" y="4068"/>
                    <a:pt x="3659" y="4091"/>
                  </a:cubicBezTo>
                  <a:lnTo>
                    <a:pt x="3659" y="4091"/>
                  </a:lnTo>
                  <a:cubicBezTo>
                    <a:pt x="3658" y="4092"/>
                    <a:pt x="3657" y="4094"/>
                    <a:pt x="3656" y="4097"/>
                  </a:cubicBezTo>
                  <a:cubicBezTo>
                    <a:pt x="3656" y="4085"/>
                    <a:pt x="3620" y="3954"/>
                    <a:pt x="3239" y="2680"/>
                  </a:cubicBezTo>
                  <a:close/>
                  <a:moveTo>
                    <a:pt x="322" y="1"/>
                  </a:moveTo>
                  <a:cubicBezTo>
                    <a:pt x="143" y="1"/>
                    <a:pt x="1" y="156"/>
                    <a:pt x="1" y="334"/>
                  </a:cubicBezTo>
                  <a:lnTo>
                    <a:pt x="1" y="2263"/>
                  </a:lnTo>
                  <a:cubicBezTo>
                    <a:pt x="1" y="2442"/>
                    <a:pt x="143" y="2596"/>
                    <a:pt x="322" y="2596"/>
                  </a:cubicBezTo>
                  <a:lnTo>
                    <a:pt x="2739" y="2596"/>
                  </a:lnTo>
                  <a:cubicBezTo>
                    <a:pt x="2810" y="2596"/>
                    <a:pt x="2882" y="2561"/>
                    <a:pt x="2941" y="2513"/>
                  </a:cubicBezTo>
                  <a:lnTo>
                    <a:pt x="2941" y="2513"/>
                  </a:lnTo>
                  <a:cubicBezTo>
                    <a:pt x="2894" y="2596"/>
                    <a:pt x="2882" y="2692"/>
                    <a:pt x="2918" y="2787"/>
                  </a:cubicBezTo>
                  <a:lnTo>
                    <a:pt x="3334" y="4204"/>
                  </a:lnTo>
                  <a:cubicBezTo>
                    <a:pt x="3375" y="4362"/>
                    <a:pt x="3511" y="4442"/>
                    <a:pt x="3650" y="4442"/>
                  </a:cubicBezTo>
                  <a:cubicBezTo>
                    <a:pt x="3793" y="4442"/>
                    <a:pt x="3941" y="4356"/>
                    <a:pt x="3989" y="4180"/>
                  </a:cubicBezTo>
                  <a:lnTo>
                    <a:pt x="4132" y="3585"/>
                  </a:lnTo>
                  <a:lnTo>
                    <a:pt x="4727" y="3442"/>
                  </a:lnTo>
                  <a:cubicBezTo>
                    <a:pt x="5061" y="3358"/>
                    <a:pt x="5061" y="2894"/>
                    <a:pt x="4727" y="2787"/>
                  </a:cubicBezTo>
                  <a:lnTo>
                    <a:pt x="3322" y="2370"/>
                  </a:lnTo>
                  <a:cubicBezTo>
                    <a:pt x="3290" y="2363"/>
                    <a:pt x="3256" y="2359"/>
                    <a:pt x="3223" y="2359"/>
                  </a:cubicBezTo>
                  <a:cubicBezTo>
                    <a:pt x="3147" y="2359"/>
                    <a:pt x="3075" y="2380"/>
                    <a:pt x="3025" y="2430"/>
                  </a:cubicBezTo>
                  <a:cubicBezTo>
                    <a:pt x="3096" y="2299"/>
                    <a:pt x="3049" y="2334"/>
                    <a:pt x="3060" y="334"/>
                  </a:cubicBezTo>
                  <a:cubicBezTo>
                    <a:pt x="3060" y="287"/>
                    <a:pt x="3060" y="251"/>
                    <a:pt x="3049" y="215"/>
                  </a:cubicBezTo>
                  <a:cubicBezTo>
                    <a:pt x="3049" y="179"/>
                    <a:pt x="3037" y="156"/>
                    <a:pt x="3025" y="132"/>
                  </a:cubicBezTo>
                  <a:cubicBezTo>
                    <a:pt x="3001" y="120"/>
                    <a:pt x="2989" y="108"/>
                    <a:pt x="2977" y="108"/>
                  </a:cubicBezTo>
                  <a:cubicBezTo>
                    <a:pt x="2918" y="48"/>
                    <a:pt x="2822" y="1"/>
                    <a:pt x="27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31"/>
            <p:cNvSpPr/>
            <p:nvPr/>
          </p:nvSpPr>
          <p:spPr>
            <a:xfrm>
              <a:off x="1354943" y="1540049"/>
              <a:ext cx="124230" cy="148847"/>
            </a:xfrm>
            <a:custGeom>
              <a:rect b="b" l="l" r="r" t="t"/>
              <a:pathLst>
                <a:path extrusionOk="0" h="4680" w="3906">
                  <a:moveTo>
                    <a:pt x="1834" y="0"/>
                  </a:moveTo>
                  <a:cubicBezTo>
                    <a:pt x="1489" y="0"/>
                    <a:pt x="1179" y="227"/>
                    <a:pt x="1072" y="548"/>
                  </a:cubicBezTo>
                  <a:cubicBezTo>
                    <a:pt x="0" y="3929"/>
                    <a:pt x="24" y="3751"/>
                    <a:pt x="24" y="3941"/>
                  </a:cubicBezTo>
                  <a:cubicBezTo>
                    <a:pt x="24" y="4346"/>
                    <a:pt x="346" y="4680"/>
                    <a:pt x="750" y="4680"/>
                  </a:cubicBezTo>
                  <a:cubicBezTo>
                    <a:pt x="1060" y="4680"/>
                    <a:pt x="1346" y="4477"/>
                    <a:pt x="1429" y="4168"/>
                  </a:cubicBezTo>
                  <a:lnTo>
                    <a:pt x="1524" y="3882"/>
                  </a:lnTo>
                  <a:cubicBezTo>
                    <a:pt x="1572" y="3739"/>
                    <a:pt x="1703" y="3644"/>
                    <a:pt x="1846" y="3644"/>
                  </a:cubicBezTo>
                  <a:lnTo>
                    <a:pt x="2024" y="3644"/>
                  </a:lnTo>
                  <a:cubicBezTo>
                    <a:pt x="2179" y="3644"/>
                    <a:pt x="2310" y="3739"/>
                    <a:pt x="2358" y="3882"/>
                  </a:cubicBezTo>
                  <a:lnTo>
                    <a:pt x="2441" y="4168"/>
                  </a:lnTo>
                  <a:cubicBezTo>
                    <a:pt x="2548" y="4465"/>
                    <a:pt x="2822" y="4680"/>
                    <a:pt x="3132" y="4680"/>
                  </a:cubicBezTo>
                  <a:cubicBezTo>
                    <a:pt x="3536" y="4680"/>
                    <a:pt x="3858" y="4346"/>
                    <a:pt x="3858" y="3941"/>
                  </a:cubicBezTo>
                  <a:cubicBezTo>
                    <a:pt x="3906" y="3751"/>
                    <a:pt x="3858" y="3739"/>
                    <a:pt x="3489" y="2501"/>
                  </a:cubicBezTo>
                  <a:cubicBezTo>
                    <a:pt x="3470" y="2424"/>
                    <a:pt x="3405" y="2386"/>
                    <a:pt x="3337" y="2386"/>
                  </a:cubicBezTo>
                  <a:cubicBezTo>
                    <a:pt x="3320" y="2386"/>
                    <a:pt x="3303" y="2389"/>
                    <a:pt x="3286" y="2394"/>
                  </a:cubicBezTo>
                  <a:cubicBezTo>
                    <a:pt x="3191" y="2429"/>
                    <a:pt x="3144" y="2513"/>
                    <a:pt x="3179" y="2608"/>
                  </a:cubicBezTo>
                  <a:cubicBezTo>
                    <a:pt x="3584" y="3882"/>
                    <a:pt x="3596" y="3834"/>
                    <a:pt x="3596" y="3941"/>
                  </a:cubicBezTo>
                  <a:cubicBezTo>
                    <a:pt x="3596" y="4168"/>
                    <a:pt x="3417" y="4334"/>
                    <a:pt x="3203" y="4334"/>
                  </a:cubicBezTo>
                  <a:cubicBezTo>
                    <a:pt x="3048" y="4334"/>
                    <a:pt x="2894" y="4227"/>
                    <a:pt x="2834" y="4060"/>
                  </a:cubicBezTo>
                  <a:lnTo>
                    <a:pt x="2751" y="3787"/>
                  </a:lnTo>
                  <a:cubicBezTo>
                    <a:pt x="2655" y="3501"/>
                    <a:pt x="2393" y="3310"/>
                    <a:pt x="2096" y="3310"/>
                  </a:cubicBezTo>
                  <a:lnTo>
                    <a:pt x="1882" y="3310"/>
                  </a:lnTo>
                  <a:cubicBezTo>
                    <a:pt x="1584" y="3310"/>
                    <a:pt x="1334" y="3501"/>
                    <a:pt x="1227" y="3787"/>
                  </a:cubicBezTo>
                  <a:lnTo>
                    <a:pt x="1143" y="4084"/>
                  </a:lnTo>
                  <a:cubicBezTo>
                    <a:pt x="1084" y="4239"/>
                    <a:pt x="929" y="4346"/>
                    <a:pt x="762" y="4346"/>
                  </a:cubicBezTo>
                  <a:cubicBezTo>
                    <a:pt x="500" y="4346"/>
                    <a:pt x="298" y="4096"/>
                    <a:pt x="393" y="3822"/>
                  </a:cubicBezTo>
                  <a:lnTo>
                    <a:pt x="1417" y="655"/>
                  </a:lnTo>
                  <a:cubicBezTo>
                    <a:pt x="1477" y="465"/>
                    <a:pt x="1655" y="346"/>
                    <a:pt x="1846" y="346"/>
                  </a:cubicBezTo>
                  <a:lnTo>
                    <a:pt x="2084" y="346"/>
                  </a:lnTo>
                  <a:cubicBezTo>
                    <a:pt x="2286" y="346"/>
                    <a:pt x="2465" y="477"/>
                    <a:pt x="2524" y="655"/>
                  </a:cubicBezTo>
                  <a:lnTo>
                    <a:pt x="2941" y="1965"/>
                  </a:lnTo>
                  <a:cubicBezTo>
                    <a:pt x="2960" y="2041"/>
                    <a:pt x="3025" y="2079"/>
                    <a:pt x="3093" y="2079"/>
                  </a:cubicBezTo>
                  <a:cubicBezTo>
                    <a:pt x="3110" y="2079"/>
                    <a:pt x="3127" y="2077"/>
                    <a:pt x="3144" y="2072"/>
                  </a:cubicBezTo>
                  <a:cubicBezTo>
                    <a:pt x="3239" y="2036"/>
                    <a:pt x="3275" y="1953"/>
                    <a:pt x="3251" y="1858"/>
                  </a:cubicBezTo>
                  <a:lnTo>
                    <a:pt x="2834" y="548"/>
                  </a:lnTo>
                  <a:cubicBezTo>
                    <a:pt x="2727" y="227"/>
                    <a:pt x="2417" y="0"/>
                    <a:pt x="207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31"/>
            <p:cNvSpPr/>
            <p:nvPr/>
          </p:nvSpPr>
          <p:spPr>
            <a:xfrm>
              <a:off x="1399629" y="1581714"/>
              <a:ext cx="37148" cy="52669"/>
            </a:xfrm>
            <a:custGeom>
              <a:rect b="b" l="l" r="r" t="t"/>
              <a:pathLst>
                <a:path extrusionOk="0" h="1656" w="1168">
                  <a:moveTo>
                    <a:pt x="596" y="738"/>
                  </a:moveTo>
                  <a:lnTo>
                    <a:pt x="774" y="1310"/>
                  </a:lnTo>
                  <a:lnTo>
                    <a:pt x="417" y="1310"/>
                  </a:lnTo>
                  <a:lnTo>
                    <a:pt x="596" y="738"/>
                  </a:lnTo>
                  <a:close/>
                  <a:moveTo>
                    <a:pt x="584" y="0"/>
                  </a:moveTo>
                  <a:cubicBezTo>
                    <a:pt x="512" y="0"/>
                    <a:pt x="453" y="48"/>
                    <a:pt x="417" y="119"/>
                  </a:cubicBezTo>
                  <a:lnTo>
                    <a:pt x="36" y="1429"/>
                  </a:lnTo>
                  <a:cubicBezTo>
                    <a:pt x="0" y="1536"/>
                    <a:pt x="72" y="1655"/>
                    <a:pt x="191" y="1655"/>
                  </a:cubicBezTo>
                  <a:lnTo>
                    <a:pt x="1000" y="1655"/>
                  </a:lnTo>
                  <a:cubicBezTo>
                    <a:pt x="1060" y="1655"/>
                    <a:pt x="1108" y="1619"/>
                    <a:pt x="1131" y="1584"/>
                  </a:cubicBezTo>
                  <a:cubicBezTo>
                    <a:pt x="1167" y="1536"/>
                    <a:pt x="1167" y="1488"/>
                    <a:pt x="1143" y="1429"/>
                  </a:cubicBezTo>
                  <a:lnTo>
                    <a:pt x="750" y="119"/>
                  </a:lnTo>
                  <a:cubicBezTo>
                    <a:pt x="727" y="48"/>
                    <a:pt x="655" y="0"/>
                    <a:pt x="5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32"/>
          <p:cNvSpPr txBox="1"/>
          <p:nvPr>
            <p:ph idx="6" type="title"/>
          </p:nvPr>
        </p:nvSpPr>
        <p:spPr>
          <a:xfrm>
            <a:off x="989925" y="724645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01</a:t>
            </a:r>
            <a:endParaRPr/>
          </a:p>
        </p:txBody>
      </p:sp>
      <p:sp>
        <p:nvSpPr>
          <p:cNvPr id="1467" name="Google Shape;1467;p332"/>
          <p:cNvSpPr txBox="1"/>
          <p:nvPr>
            <p:ph idx="7" type="title"/>
          </p:nvPr>
        </p:nvSpPr>
        <p:spPr>
          <a:xfrm>
            <a:off x="3479975" y="724645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02</a:t>
            </a:r>
            <a:endParaRPr/>
          </a:p>
        </p:txBody>
      </p:sp>
      <p:sp>
        <p:nvSpPr>
          <p:cNvPr id="1468" name="Google Shape;1468;p332"/>
          <p:cNvSpPr txBox="1"/>
          <p:nvPr>
            <p:ph idx="8" type="title"/>
          </p:nvPr>
        </p:nvSpPr>
        <p:spPr>
          <a:xfrm>
            <a:off x="5970025" y="724645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03</a:t>
            </a:r>
            <a:endParaRPr/>
          </a:p>
        </p:txBody>
      </p:sp>
      <p:cxnSp>
        <p:nvCxnSpPr>
          <p:cNvPr id="1469" name="Google Shape;1469;p332"/>
          <p:cNvCxnSpPr/>
          <p:nvPr/>
        </p:nvCxnSpPr>
        <p:spPr>
          <a:xfrm>
            <a:off x="1824825" y="1500105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cxnSp>
        <p:nvCxnSpPr>
          <p:cNvPr id="1470" name="Google Shape;1470;p332"/>
          <p:cNvCxnSpPr/>
          <p:nvPr/>
        </p:nvCxnSpPr>
        <p:spPr>
          <a:xfrm>
            <a:off x="4314875" y="1500105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cxnSp>
        <p:nvCxnSpPr>
          <p:cNvPr id="1471" name="Google Shape;1471;p332"/>
          <p:cNvCxnSpPr/>
          <p:nvPr/>
        </p:nvCxnSpPr>
        <p:spPr>
          <a:xfrm>
            <a:off x="6804925" y="1500105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1472" name="Google Shape;1472;p332"/>
          <p:cNvSpPr txBox="1"/>
          <p:nvPr>
            <p:ph idx="6" type="title"/>
          </p:nvPr>
        </p:nvSpPr>
        <p:spPr>
          <a:xfrm>
            <a:off x="974000" y="-176782"/>
            <a:ext cx="7203300" cy="9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Технологии</a:t>
            </a:r>
            <a:endParaRPr/>
          </a:p>
        </p:txBody>
      </p:sp>
      <p:pic>
        <p:nvPicPr>
          <p:cNvPr id="1473" name="Google Shape;1473;p3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213" y="1590533"/>
            <a:ext cx="1672425" cy="145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4" name="Google Shape;1474;p3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5800" y="1590543"/>
            <a:ext cx="1672400" cy="145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3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7325" y="1590543"/>
            <a:ext cx="1672400" cy="14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332"/>
          <p:cNvSpPr txBox="1"/>
          <p:nvPr>
            <p:ph idx="6" type="title"/>
          </p:nvPr>
        </p:nvSpPr>
        <p:spPr>
          <a:xfrm>
            <a:off x="989925" y="295578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04</a:t>
            </a:r>
            <a:endParaRPr/>
          </a:p>
        </p:txBody>
      </p:sp>
      <p:pic>
        <p:nvPicPr>
          <p:cNvPr id="1477" name="Google Shape;1477;p3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7225" y="3580250"/>
            <a:ext cx="1672400" cy="14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333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Основни функционалности</a:t>
            </a:r>
            <a:endParaRPr/>
          </a:p>
        </p:txBody>
      </p:sp>
      <p:cxnSp>
        <p:nvCxnSpPr>
          <p:cNvPr id="1483" name="Google Shape;1483;p333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1484" name="Google Shape;1484;p333"/>
          <p:cNvSpPr txBox="1"/>
          <p:nvPr>
            <p:ph type="title"/>
          </p:nvPr>
        </p:nvSpPr>
        <p:spPr>
          <a:xfrm>
            <a:off x="3538501" y="2097976"/>
            <a:ext cx="2490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Управление на основни номенклатури</a:t>
            </a:r>
            <a:endParaRPr/>
          </a:p>
        </p:txBody>
      </p:sp>
      <p:sp>
        <p:nvSpPr>
          <p:cNvPr id="1485" name="Google Shape;1485;p333"/>
          <p:cNvSpPr txBox="1"/>
          <p:nvPr>
            <p:ph idx="2" type="title"/>
          </p:nvPr>
        </p:nvSpPr>
        <p:spPr>
          <a:xfrm>
            <a:off x="6028553" y="2097966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Издаване и обработка на документи</a:t>
            </a:r>
            <a:endParaRPr/>
          </a:p>
        </p:txBody>
      </p:sp>
      <p:sp>
        <p:nvSpPr>
          <p:cNvPr id="1486" name="Google Shape;1486;p333"/>
          <p:cNvSpPr txBox="1"/>
          <p:nvPr>
            <p:ph idx="5" type="title"/>
          </p:nvPr>
        </p:nvSpPr>
        <p:spPr>
          <a:xfrm>
            <a:off x="1048450" y="1818550"/>
            <a:ext cx="2258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Автентикация и </a:t>
            </a:r>
            <a:r>
              <a:rPr lang="bg"/>
              <a:t>оторизация</a:t>
            </a:r>
            <a:endParaRPr/>
          </a:p>
        </p:txBody>
      </p:sp>
      <p:sp>
        <p:nvSpPr>
          <p:cNvPr id="1487" name="Google Shape;1487;p333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Справки и анализи</a:t>
            </a:r>
            <a:endParaRPr/>
          </a:p>
        </p:txBody>
      </p:sp>
      <p:cxnSp>
        <p:nvCxnSpPr>
          <p:cNvPr id="1488" name="Google Shape;1488;p333"/>
          <p:cNvCxnSpPr/>
          <p:nvPr/>
        </p:nvCxnSpPr>
        <p:spPr>
          <a:xfrm>
            <a:off x="1218450" y="3138821"/>
            <a:ext cx="670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334"/>
          <p:cNvSpPr txBox="1"/>
          <p:nvPr>
            <p:ph idx="4" type="title"/>
          </p:nvPr>
        </p:nvSpPr>
        <p:spPr>
          <a:xfrm>
            <a:off x="2240606" y="207631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Реално приложение на системата</a:t>
            </a:r>
            <a:endParaRPr/>
          </a:p>
        </p:txBody>
      </p:sp>
      <p:cxnSp>
        <p:nvCxnSpPr>
          <p:cNvPr id="1494" name="Google Shape;1494;p334"/>
          <p:cNvCxnSpPr/>
          <p:nvPr/>
        </p:nvCxnSpPr>
        <p:spPr>
          <a:xfrm>
            <a:off x="2328306" y="2045311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335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Демо</a:t>
            </a:r>
            <a:endParaRPr/>
          </a:p>
        </p:txBody>
      </p:sp>
      <p:cxnSp>
        <p:nvCxnSpPr>
          <p:cNvPr id="1500" name="Google Shape;1500;p335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33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Бъдещо развитие</a:t>
            </a:r>
            <a:endParaRPr/>
          </a:p>
        </p:txBody>
      </p:sp>
      <p:sp>
        <p:nvSpPr>
          <p:cNvPr id="1506" name="Google Shape;1506;p336"/>
          <p:cNvSpPr txBox="1"/>
          <p:nvPr>
            <p:ph idx="3" type="title"/>
          </p:nvPr>
        </p:nvSpPr>
        <p:spPr>
          <a:xfrm>
            <a:off x="2790250" y="3052625"/>
            <a:ext cx="1891800" cy="10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Детайлна аналитична част</a:t>
            </a:r>
            <a:endParaRPr/>
          </a:p>
        </p:txBody>
      </p:sp>
      <p:sp>
        <p:nvSpPr>
          <p:cNvPr id="1507" name="Google Shape;1507;p336"/>
          <p:cNvSpPr txBox="1"/>
          <p:nvPr>
            <p:ph idx="5" type="title"/>
          </p:nvPr>
        </p:nvSpPr>
        <p:spPr>
          <a:xfrm>
            <a:off x="4682125" y="3052625"/>
            <a:ext cx="1967400" cy="13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Интеграция с външни счетоводни системи</a:t>
            </a:r>
            <a:endParaRPr/>
          </a:p>
        </p:txBody>
      </p:sp>
      <p:sp>
        <p:nvSpPr>
          <p:cNvPr id="1508" name="Google Shape;1508;p336"/>
          <p:cNvSpPr txBox="1"/>
          <p:nvPr>
            <p:ph idx="7" type="title"/>
          </p:nvPr>
        </p:nvSpPr>
        <p:spPr>
          <a:xfrm>
            <a:off x="6574000" y="3052625"/>
            <a:ext cx="1671600" cy="10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Добавяне на </a:t>
            </a:r>
            <a:r>
              <a:rPr lang="bg"/>
              <a:t>известия</a:t>
            </a:r>
            <a:endParaRPr/>
          </a:p>
        </p:txBody>
      </p:sp>
      <p:sp>
        <p:nvSpPr>
          <p:cNvPr id="1509" name="Google Shape;1509;p336"/>
          <p:cNvSpPr/>
          <p:nvPr/>
        </p:nvSpPr>
        <p:spPr>
          <a:xfrm>
            <a:off x="3189850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336"/>
          <p:cNvSpPr/>
          <p:nvPr/>
        </p:nvSpPr>
        <p:spPr>
          <a:xfrm>
            <a:off x="6973625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336"/>
          <p:cNvSpPr/>
          <p:nvPr/>
        </p:nvSpPr>
        <p:spPr>
          <a:xfrm>
            <a:off x="5081738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2" name="Google Shape;1512;p33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1513" name="Google Shape;1513;p336"/>
          <p:cNvSpPr txBox="1"/>
          <p:nvPr/>
        </p:nvSpPr>
        <p:spPr>
          <a:xfrm>
            <a:off x="105225" y="3052625"/>
            <a:ext cx="26526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Оптимизация на потребителския интерфейс</a:t>
            </a:r>
            <a:endParaRPr sz="18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14" name="Google Shape;1514;p336"/>
          <p:cNvSpPr/>
          <p:nvPr/>
        </p:nvSpPr>
        <p:spPr>
          <a:xfrm>
            <a:off x="1005367" y="2036425"/>
            <a:ext cx="872400" cy="8724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5" name="Google Shape;1515;p336"/>
          <p:cNvGrpSpPr/>
          <p:nvPr/>
        </p:nvGrpSpPr>
        <p:grpSpPr>
          <a:xfrm>
            <a:off x="7244774" y="2318175"/>
            <a:ext cx="330110" cy="308908"/>
            <a:chOff x="2766264" y="3394042"/>
            <a:chExt cx="294873" cy="275934"/>
          </a:xfrm>
        </p:grpSpPr>
        <p:sp>
          <p:nvSpPr>
            <p:cNvPr id="1516" name="Google Shape;1516;p336"/>
            <p:cNvSpPr/>
            <p:nvPr/>
          </p:nvSpPr>
          <p:spPr>
            <a:xfrm>
              <a:off x="2766264" y="3394042"/>
              <a:ext cx="253176" cy="275934"/>
            </a:xfrm>
            <a:custGeom>
              <a:rect b="b" l="l" r="r" t="t"/>
              <a:pathLst>
                <a:path extrusionOk="0" h="8669" w="7954">
                  <a:moveTo>
                    <a:pt x="6942" y="3489"/>
                  </a:moveTo>
                  <a:cubicBezTo>
                    <a:pt x="7371" y="3549"/>
                    <a:pt x="7692" y="3918"/>
                    <a:pt x="7692" y="4346"/>
                  </a:cubicBezTo>
                  <a:cubicBezTo>
                    <a:pt x="7692" y="4799"/>
                    <a:pt x="7382" y="5156"/>
                    <a:pt x="6942" y="5227"/>
                  </a:cubicBezTo>
                  <a:lnTo>
                    <a:pt x="6942" y="3489"/>
                  </a:lnTo>
                  <a:close/>
                  <a:moveTo>
                    <a:pt x="1013" y="3322"/>
                  </a:moveTo>
                  <a:lnTo>
                    <a:pt x="1013" y="5382"/>
                  </a:lnTo>
                  <a:lnTo>
                    <a:pt x="715" y="5382"/>
                  </a:lnTo>
                  <a:cubicBezTo>
                    <a:pt x="465" y="5382"/>
                    <a:pt x="263" y="5180"/>
                    <a:pt x="263" y="4930"/>
                  </a:cubicBezTo>
                  <a:lnTo>
                    <a:pt x="263" y="3775"/>
                  </a:lnTo>
                  <a:cubicBezTo>
                    <a:pt x="263" y="3537"/>
                    <a:pt x="453" y="3322"/>
                    <a:pt x="715" y="3322"/>
                  </a:cubicBezTo>
                  <a:close/>
                  <a:moveTo>
                    <a:pt x="2179" y="3322"/>
                  </a:moveTo>
                  <a:lnTo>
                    <a:pt x="2179" y="5382"/>
                  </a:lnTo>
                  <a:lnTo>
                    <a:pt x="1286" y="5382"/>
                  </a:lnTo>
                  <a:lnTo>
                    <a:pt x="1286" y="3322"/>
                  </a:lnTo>
                  <a:close/>
                  <a:moveTo>
                    <a:pt x="2322" y="6370"/>
                  </a:moveTo>
                  <a:lnTo>
                    <a:pt x="2322" y="6966"/>
                  </a:lnTo>
                  <a:lnTo>
                    <a:pt x="2060" y="6966"/>
                  </a:lnTo>
                  <a:lnTo>
                    <a:pt x="2227" y="6370"/>
                  </a:lnTo>
                  <a:close/>
                  <a:moveTo>
                    <a:pt x="2144" y="5644"/>
                  </a:moveTo>
                  <a:lnTo>
                    <a:pt x="1632" y="7549"/>
                  </a:lnTo>
                  <a:lnTo>
                    <a:pt x="1286" y="7549"/>
                  </a:lnTo>
                  <a:lnTo>
                    <a:pt x="1286" y="5644"/>
                  </a:lnTo>
                  <a:close/>
                  <a:moveTo>
                    <a:pt x="6680" y="274"/>
                  </a:moveTo>
                  <a:lnTo>
                    <a:pt x="6680" y="8430"/>
                  </a:lnTo>
                  <a:lnTo>
                    <a:pt x="6085" y="8430"/>
                  </a:lnTo>
                  <a:lnTo>
                    <a:pt x="6085" y="2703"/>
                  </a:lnTo>
                  <a:cubicBezTo>
                    <a:pt x="6085" y="2620"/>
                    <a:pt x="6025" y="2560"/>
                    <a:pt x="5954" y="2560"/>
                  </a:cubicBezTo>
                  <a:cubicBezTo>
                    <a:pt x="5870" y="2560"/>
                    <a:pt x="5811" y="2620"/>
                    <a:pt x="5811" y="2703"/>
                  </a:cubicBezTo>
                  <a:lnTo>
                    <a:pt x="5811" y="7549"/>
                  </a:lnTo>
                  <a:cubicBezTo>
                    <a:pt x="5632" y="7311"/>
                    <a:pt x="5382" y="6989"/>
                    <a:pt x="5037" y="6668"/>
                  </a:cubicBezTo>
                  <a:cubicBezTo>
                    <a:pt x="4668" y="6299"/>
                    <a:pt x="4263" y="6013"/>
                    <a:pt x="3870" y="5799"/>
                  </a:cubicBezTo>
                  <a:cubicBezTo>
                    <a:pt x="3406" y="5561"/>
                    <a:pt x="2930" y="5418"/>
                    <a:pt x="2453" y="5394"/>
                  </a:cubicBezTo>
                  <a:lnTo>
                    <a:pt x="2453" y="3322"/>
                  </a:lnTo>
                  <a:cubicBezTo>
                    <a:pt x="2930" y="3310"/>
                    <a:pt x="3406" y="3179"/>
                    <a:pt x="3870" y="2918"/>
                  </a:cubicBezTo>
                  <a:cubicBezTo>
                    <a:pt x="4263" y="2715"/>
                    <a:pt x="4668" y="2417"/>
                    <a:pt x="5037" y="2048"/>
                  </a:cubicBezTo>
                  <a:cubicBezTo>
                    <a:pt x="5370" y="1715"/>
                    <a:pt x="5632" y="1394"/>
                    <a:pt x="5811" y="1167"/>
                  </a:cubicBezTo>
                  <a:lnTo>
                    <a:pt x="5811" y="2025"/>
                  </a:lnTo>
                  <a:cubicBezTo>
                    <a:pt x="5811" y="2108"/>
                    <a:pt x="5870" y="2167"/>
                    <a:pt x="5954" y="2167"/>
                  </a:cubicBezTo>
                  <a:cubicBezTo>
                    <a:pt x="6025" y="2167"/>
                    <a:pt x="6085" y="2108"/>
                    <a:pt x="6085" y="2025"/>
                  </a:cubicBezTo>
                  <a:lnTo>
                    <a:pt x="6085" y="274"/>
                  </a:lnTo>
                  <a:close/>
                  <a:moveTo>
                    <a:pt x="5930" y="0"/>
                  </a:moveTo>
                  <a:cubicBezTo>
                    <a:pt x="5858" y="0"/>
                    <a:pt x="5799" y="60"/>
                    <a:pt x="5799" y="143"/>
                  </a:cubicBezTo>
                  <a:lnTo>
                    <a:pt x="5799" y="679"/>
                  </a:lnTo>
                  <a:cubicBezTo>
                    <a:pt x="5728" y="810"/>
                    <a:pt x="5370" y="1334"/>
                    <a:pt x="4835" y="1846"/>
                  </a:cubicBezTo>
                  <a:cubicBezTo>
                    <a:pt x="4263" y="2382"/>
                    <a:pt x="3370" y="3037"/>
                    <a:pt x="2299" y="3037"/>
                  </a:cubicBezTo>
                  <a:lnTo>
                    <a:pt x="715" y="3037"/>
                  </a:lnTo>
                  <a:cubicBezTo>
                    <a:pt x="310" y="3037"/>
                    <a:pt x="1" y="3370"/>
                    <a:pt x="1" y="3751"/>
                  </a:cubicBezTo>
                  <a:lnTo>
                    <a:pt x="1" y="4918"/>
                  </a:lnTo>
                  <a:cubicBezTo>
                    <a:pt x="1" y="5323"/>
                    <a:pt x="322" y="5632"/>
                    <a:pt x="715" y="5632"/>
                  </a:cubicBezTo>
                  <a:lnTo>
                    <a:pt x="1013" y="5632"/>
                  </a:lnTo>
                  <a:lnTo>
                    <a:pt x="1013" y="7668"/>
                  </a:lnTo>
                  <a:cubicBezTo>
                    <a:pt x="1013" y="7740"/>
                    <a:pt x="1072" y="7799"/>
                    <a:pt x="1144" y="7799"/>
                  </a:cubicBezTo>
                  <a:lnTo>
                    <a:pt x="1727" y="7799"/>
                  </a:lnTo>
                  <a:cubicBezTo>
                    <a:pt x="1787" y="7799"/>
                    <a:pt x="1846" y="7763"/>
                    <a:pt x="1858" y="7692"/>
                  </a:cubicBezTo>
                  <a:lnTo>
                    <a:pt x="1989" y="7216"/>
                  </a:lnTo>
                  <a:lnTo>
                    <a:pt x="2453" y="7216"/>
                  </a:lnTo>
                  <a:cubicBezTo>
                    <a:pt x="2525" y="7216"/>
                    <a:pt x="2584" y="7156"/>
                    <a:pt x="2584" y="7085"/>
                  </a:cubicBezTo>
                  <a:lnTo>
                    <a:pt x="2584" y="6204"/>
                  </a:lnTo>
                  <a:cubicBezTo>
                    <a:pt x="2584" y="6132"/>
                    <a:pt x="2525" y="6073"/>
                    <a:pt x="2453" y="6073"/>
                  </a:cubicBezTo>
                  <a:lnTo>
                    <a:pt x="2287" y="6073"/>
                  </a:lnTo>
                  <a:lnTo>
                    <a:pt x="2406" y="5632"/>
                  </a:lnTo>
                  <a:cubicBezTo>
                    <a:pt x="3430" y="5668"/>
                    <a:pt x="4299" y="6299"/>
                    <a:pt x="4835" y="6823"/>
                  </a:cubicBezTo>
                  <a:cubicBezTo>
                    <a:pt x="5370" y="7335"/>
                    <a:pt x="5704" y="7859"/>
                    <a:pt x="5799" y="7990"/>
                  </a:cubicBezTo>
                  <a:lnTo>
                    <a:pt x="5799" y="8525"/>
                  </a:lnTo>
                  <a:cubicBezTo>
                    <a:pt x="5799" y="8609"/>
                    <a:pt x="5858" y="8668"/>
                    <a:pt x="5930" y="8668"/>
                  </a:cubicBezTo>
                  <a:lnTo>
                    <a:pt x="6811" y="8668"/>
                  </a:lnTo>
                  <a:cubicBezTo>
                    <a:pt x="6882" y="8668"/>
                    <a:pt x="6942" y="8609"/>
                    <a:pt x="6942" y="8525"/>
                  </a:cubicBezTo>
                  <a:lnTo>
                    <a:pt x="6942" y="5465"/>
                  </a:lnTo>
                  <a:cubicBezTo>
                    <a:pt x="7525" y="5394"/>
                    <a:pt x="7954" y="4918"/>
                    <a:pt x="7954" y="4322"/>
                  </a:cubicBezTo>
                  <a:cubicBezTo>
                    <a:pt x="7954" y="3775"/>
                    <a:pt x="7525" y="3275"/>
                    <a:pt x="6942" y="3203"/>
                  </a:cubicBezTo>
                  <a:lnTo>
                    <a:pt x="6942" y="143"/>
                  </a:lnTo>
                  <a:cubicBezTo>
                    <a:pt x="6942" y="60"/>
                    <a:pt x="6882" y="0"/>
                    <a:pt x="681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36"/>
            <p:cNvSpPr/>
            <p:nvPr/>
          </p:nvSpPr>
          <p:spPr>
            <a:xfrm>
              <a:off x="3039143" y="3528205"/>
              <a:ext cx="21995" cy="8753"/>
            </a:xfrm>
            <a:custGeom>
              <a:rect b="b" l="l" r="r" t="t"/>
              <a:pathLst>
                <a:path extrusionOk="0" h="275" w="691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cubicBezTo>
                    <a:pt x="0" y="215"/>
                    <a:pt x="60" y="274"/>
                    <a:pt x="131" y="274"/>
                  </a:cubicBezTo>
                  <a:lnTo>
                    <a:pt x="560" y="274"/>
                  </a:lnTo>
                  <a:cubicBezTo>
                    <a:pt x="631" y="274"/>
                    <a:pt x="691" y="215"/>
                    <a:pt x="691" y="131"/>
                  </a:cubicBezTo>
                  <a:cubicBezTo>
                    <a:pt x="691" y="60"/>
                    <a:pt x="631" y="0"/>
                    <a:pt x="5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36"/>
            <p:cNvSpPr/>
            <p:nvPr/>
          </p:nvSpPr>
          <p:spPr>
            <a:xfrm>
              <a:off x="3019408" y="3475622"/>
              <a:ext cx="20499" cy="18875"/>
            </a:xfrm>
            <a:custGeom>
              <a:rect b="b" l="l" r="r" t="t"/>
              <a:pathLst>
                <a:path extrusionOk="0" h="593" w="644">
                  <a:moveTo>
                    <a:pt x="501" y="0"/>
                  </a:moveTo>
                  <a:cubicBezTo>
                    <a:pt x="468" y="0"/>
                    <a:pt x="436" y="15"/>
                    <a:pt x="406" y="45"/>
                  </a:cubicBezTo>
                  <a:lnTo>
                    <a:pt x="96" y="355"/>
                  </a:lnTo>
                  <a:cubicBezTo>
                    <a:pt x="1" y="450"/>
                    <a:pt x="61" y="593"/>
                    <a:pt x="180" y="593"/>
                  </a:cubicBezTo>
                  <a:cubicBezTo>
                    <a:pt x="215" y="593"/>
                    <a:pt x="263" y="581"/>
                    <a:pt x="275" y="557"/>
                  </a:cubicBezTo>
                  <a:lnTo>
                    <a:pt x="584" y="235"/>
                  </a:lnTo>
                  <a:cubicBezTo>
                    <a:pt x="644" y="200"/>
                    <a:pt x="644" y="104"/>
                    <a:pt x="596" y="45"/>
                  </a:cubicBezTo>
                  <a:cubicBezTo>
                    <a:pt x="567" y="15"/>
                    <a:pt x="534" y="0"/>
                    <a:pt x="50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36"/>
            <p:cNvSpPr/>
            <p:nvPr/>
          </p:nvSpPr>
          <p:spPr>
            <a:xfrm>
              <a:off x="3020554" y="3570348"/>
              <a:ext cx="19353" cy="18621"/>
            </a:xfrm>
            <a:custGeom>
              <a:rect b="b" l="l" r="r" t="t"/>
              <a:pathLst>
                <a:path extrusionOk="0" h="585" w="608">
                  <a:moveTo>
                    <a:pt x="155" y="1"/>
                  </a:moveTo>
                  <a:cubicBezTo>
                    <a:pt x="123" y="1"/>
                    <a:pt x="90" y="16"/>
                    <a:pt x="60" y="46"/>
                  </a:cubicBezTo>
                  <a:cubicBezTo>
                    <a:pt x="1" y="105"/>
                    <a:pt x="1" y="176"/>
                    <a:pt x="60" y="236"/>
                  </a:cubicBezTo>
                  <a:lnTo>
                    <a:pt x="370" y="546"/>
                  </a:lnTo>
                  <a:cubicBezTo>
                    <a:pt x="397" y="572"/>
                    <a:pt x="431" y="585"/>
                    <a:pt x="463" y="585"/>
                  </a:cubicBezTo>
                  <a:cubicBezTo>
                    <a:pt x="503" y="585"/>
                    <a:pt x="541" y="566"/>
                    <a:pt x="560" y="534"/>
                  </a:cubicBezTo>
                  <a:cubicBezTo>
                    <a:pt x="608" y="498"/>
                    <a:pt x="608" y="403"/>
                    <a:pt x="560" y="355"/>
                  </a:cubicBezTo>
                  <a:lnTo>
                    <a:pt x="251" y="46"/>
                  </a:lnTo>
                  <a:cubicBezTo>
                    <a:pt x="221" y="16"/>
                    <a:pt x="188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0" name="Google Shape;1520;p336"/>
          <p:cNvGrpSpPr/>
          <p:nvPr/>
        </p:nvGrpSpPr>
        <p:grpSpPr>
          <a:xfrm>
            <a:off x="5339604" y="2304930"/>
            <a:ext cx="356655" cy="335425"/>
            <a:chOff x="849016" y="2903255"/>
            <a:chExt cx="356655" cy="335425"/>
          </a:xfrm>
        </p:grpSpPr>
        <p:sp>
          <p:nvSpPr>
            <p:cNvPr id="1521" name="Google Shape;1521;p336"/>
            <p:cNvSpPr/>
            <p:nvPr/>
          </p:nvSpPr>
          <p:spPr>
            <a:xfrm>
              <a:off x="849016" y="2903255"/>
              <a:ext cx="356655" cy="335425"/>
            </a:xfrm>
            <a:custGeom>
              <a:rect b="b" l="l" r="r" t="t"/>
              <a:pathLst>
                <a:path extrusionOk="0" h="10538" w="11205">
                  <a:moveTo>
                    <a:pt x="9835" y="3192"/>
                  </a:moveTo>
                  <a:lnTo>
                    <a:pt x="9835" y="3680"/>
                  </a:lnTo>
                  <a:lnTo>
                    <a:pt x="2692" y="3680"/>
                  </a:lnTo>
                  <a:cubicBezTo>
                    <a:pt x="2608" y="3680"/>
                    <a:pt x="2525" y="3751"/>
                    <a:pt x="2525" y="3847"/>
                  </a:cubicBezTo>
                  <a:cubicBezTo>
                    <a:pt x="2525" y="3930"/>
                    <a:pt x="2608" y="4013"/>
                    <a:pt x="2692" y="4013"/>
                  </a:cubicBezTo>
                  <a:lnTo>
                    <a:pt x="10824" y="4013"/>
                  </a:lnTo>
                  <a:cubicBezTo>
                    <a:pt x="10847" y="4013"/>
                    <a:pt x="10883" y="4037"/>
                    <a:pt x="10883" y="4073"/>
                  </a:cubicBezTo>
                  <a:lnTo>
                    <a:pt x="10883" y="6478"/>
                  </a:lnTo>
                  <a:cubicBezTo>
                    <a:pt x="10883" y="6514"/>
                    <a:pt x="10847" y="6537"/>
                    <a:pt x="10824" y="6537"/>
                  </a:cubicBezTo>
                  <a:lnTo>
                    <a:pt x="382" y="6537"/>
                  </a:lnTo>
                  <a:cubicBezTo>
                    <a:pt x="358" y="6537"/>
                    <a:pt x="322" y="6502"/>
                    <a:pt x="322" y="6478"/>
                  </a:cubicBezTo>
                  <a:lnTo>
                    <a:pt x="322" y="4073"/>
                  </a:lnTo>
                  <a:cubicBezTo>
                    <a:pt x="322" y="4037"/>
                    <a:pt x="358" y="4013"/>
                    <a:pt x="382" y="4013"/>
                  </a:cubicBezTo>
                  <a:lnTo>
                    <a:pt x="2025" y="4013"/>
                  </a:lnTo>
                  <a:cubicBezTo>
                    <a:pt x="2108" y="4013"/>
                    <a:pt x="2192" y="3930"/>
                    <a:pt x="2192" y="3847"/>
                  </a:cubicBezTo>
                  <a:cubicBezTo>
                    <a:pt x="2192" y="3751"/>
                    <a:pt x="2108" y="3680"/>
                    <a:pt x="2025" y="3680"/>
                  </a:cubicBezTo>
                  <a:lnTo>
                    <a:pt x="1394" y="3680"/>
                  </a:lnTo>
                  <a:lnTo>
                    <a:pt x="1394" y="3192"/>
                  </a:lnTo>
                  <a:close/>
                  <a:moveTo>
                    <a:pt x="9824" y="6871"/>
                  </a:moveTo>
                  <a:lnTo>
                    <a:pt x="9824" y="7359"/>
                  </a:lnTo>
                  <a:lnTo>
                    <a:pt x="1382" y="7359"/>
                  </a:lnTo>
                  <a:lnTo>
                    <a:pt x="1382" y="6871"/>
                  </a:lnTo>
                  <a:close/>
                  <a:moveTo>
                    <a:pt x="382" y="1"/>
                  </a:moveTo>
                  <a:cubicBezTo>
                    <a:pt x="179" y="1"/>
                    <a:pt x="1" y="180"/>
                    <a:pt x="1" y="394"/>
                  </a:cubicBezTo>
                  <a:lnTo>
                    <a:pt x="1" y="2799"/>
                  </a:lnTo>
                  <a:cubicBezTo>
                    <a:pt x="1" y="3013"/>
                    <a:pt x="179" y="3192"/>
                    <a:pt x="382" y="3192"/>
                  </a:cubicBezTo>
                  <a:lnTo>
                    <a:pt x="1061" y="3192"/>
                  </a:lnTo>
                  <a:lnTo>
                    <a:pt x="1061" y="3680"/>
                  </a:lnTo>
                  <a:lnTo>
                    <a:pt x="382" y="3680"/>
                  </a:lnTo>
                  <a:cubicBezTo>
                    <a:pt x="179" y="3680"/>
                    <a:pt x="1" y="3859"/>
                    <a:pt x="1" y="4073"/>
                  </a:cubicBezTo>
                  <a:lnTo>
                    <a:pt x="1" y="6478"/>
                  </a:lnTo>
                  <a:cubicBezTo>
                    <a:pt x="1" y="6692"/>
                    <a:pt x="179" y="6871"/>
                    <a:pt x="382" y="6871"/>
                  </a:cubicBezTo>
                  <a:lnTo>
                    <a:pt x="1061" y="6871"/>
                  </a:lnTo>
                  <a:lnTo>
                    <a:pt x="1061" y="7359"/>
                  </a:lnTo>
                  <a:lnTo>
                    <a:pt x="382" y="7359"/>
                  </a:lnTo>
                  <a:cubicBezTo>
                    <a:pt x="179" y="7359"/>
                    <a:pt x="1" y="7538"/>
                    <a:pt x="1" y="7740"/>
                  </a:cubicBezTo>
                  <a:lnTo>
                    <a:pt x="1" y="10157"/>
                  </a:lnTo>
                  <a:cubicBezTo>
                    <a:pt x="1" y="10359"/>
                    <a:pt x="179" y="10538"/>
                    <a:pt x="382" y="10538"/>
                  </a:cubicBezTo>
                  <a:lnTo>
                    <a:pt x="5002" y="10538"/>
                  </a:lnTo>
                  <a:cubicBezTo>
                    <a:pt x="5085" y="10538"/>
                    <a:pt x="5168" y="10466"/>
                    <a:pt x="5168" y="10383"/>
                  </a:cubicBezTo>
                  <a:cubicBezTo>
                    <a:pt x="5168" y="10288"/>
                    <a:pt x="5085" y="10216"/>
                    <a:pt x="5002" y="10216"/>
                  </a:cubicBezTo>
                  <a:lnTo>
                    <a:pt x="382" y="10216"/>
                  </a:lnTo>
                  <a:cubicBezTo>
                    <a:pt x="358" y="10216"/>
                    <a:pt x="322" y="10181"/>
                    <a:pt x="322" y="10157"/>
                  </a:cubicBezTo>
                  <a:lnTo>
                    <a:pt x="322" y="7740"/>
                  </a:lnTo>
                  <a:cubicBezTo>
                    <a:pt x="322" y="7716"/>
                    <a:pt x="358" y="7680"/>
                    <a:pt x="382" y="7680"/>
                  </a:cubicBezTo>
                  <a:lnTo>
                    <a:pt x="10824" y="7680"/>
                  </a:lnTo>
                  <a:cubicBezTo>
                    <a:pt x="10847" y="7680"/>
                    <a:pt x="10883" y="7716"/>
                    <a:pt x="10883" y="7740"/>
                  </a:cubicBezTo>
                  <a:lnTo>
                    <a:pt x="10883" y="10157"/>
                  </a:lnTo>
                  <a:cubicBezTo>
                    <a:pt x="10883" y="10181"/>
                    <a:pt x="10847" y="10216"/>
                    <a:pt x="10824" y="10216"/>
                  </a:cubicBezTo>
                  <a:lnTo>
                    <a:pt x="5716" y="10216"/>
                  </a:lnTo>
                  <a:cubicBezTo>
                    <a:pt x="5621" y="10216"/>
                    <a:pt x="5549" y="10288"/>
                    <a:pt x="5549" y="10383"/>
                  </a:cubicBezTo>
                  <a:cubicBezTo>
                    <a:pt x="5549" y="10466"/>
                    <a:pt x="5621" y="10538"/>
                    <a:pt x="5716" y="10538"/>
                  </a:cubicBezTo>
                  <a:lnTo>
                    <a:pt x="10824" y="10538"/>
                  </a:lnTo>
                  <a:cubicBezTo>
                    <a:pt x="11026" y="10538"/>
                    <a:pt x="11205" y="10359"/>
                    <a:pt x="11205" y="10157"/>
                  </a:cubicBezTo>
                  <a:lnTo>
                    <a:pt x="11205" y="7740"/>
                  </a:lnTo>
                  <a:cubicBezTo>
                    <a:pt x="11205" y="7538"/>
                    <a:pt x="11026" y="7359"/>
                    <a:pt x="10824" y="7359"/>
                  </a:cubicBezTo>
                  <a:lnTo>
                    <a:pt x="10145" y="7359"/>
                  </a:lnTo>
                  <a:lnTo>
                    <a:pt x="10145" y="6871"/>
                  </a:lnTo>
                  <a:lnTo>
                    <a:pt x="10824" y="6871"/>
                  </a:lnTo>
                  <a:cubicBezTo>
                    <a:pt x="11026" y="6871"/>
                    <a:pt x="11205" y="6692"/>
                    <a:pt x="11205" y="6478"/>
                  </a:cubicBezTo>
                  <a:lnTo>
                    <a:pt x="11205" y="4073"/>
                  </a:lnTo>
                  <a:cubicBezTo>
                    <a:pt x="11205" y="3859"/>
                    <a:pt x="11026" y="3680"/>
                    <a:pt x="10824" y="3680"/>
                  </a:cubicBezTo>
                  <a:lnTo>
                    <a:pt x="10145" y="3680"/>
                  </a:lnTo>
                  <a:lnTo>
                    <a:pt x="10145" y="3192"/>
                  </a:lnTo>
                  <a:lnTo>
                    <a:pt x="10824" y="3192"/>
                  </a:lnTo>
                  <a:cubicBezTo>
                    <a:pt x="11026" y="3192"/>
                    <a:pt x="11205" y="3013"/>
                    <a:pt x="11205" y="2799"/>
                  </a:cubicBezTo>
                  <a:lnTo>
                    <a:pt x="11205" y="394"/>
                  </a:lnTo>
                  <a:cubicBezTo>
                    <a:pt x="11205" y="180"/>
                    <a:pt x="11026" y="1"/>
                    <a:pt x="10824" y="1"/>
                  </a:cubicBezTo>
                  <a:lnTo>
                    <a:pt x="9716" y="1"/>
                  </a:lnTo>
                  <a:cubicBezTo>
                    <a:pt x="9633" y="1"/>
                    <a:pt x="9550" y="72"/>
                    <a:pt x="9550" y="168"/>
                  </a:cubicBezTo>
                  <a:cubicBezTo>
                    <a:pt x="9550" y="251"/>
                    <a:pt x="9633" y="334"/>
                    <a:pt x="9716" y="334"/>
                  </a:cubicBezTo>
                  <a:lnTo>
                    <a:pt x="10824" y="334"/>
                  </a:lnTo>
                  <a:cubicBezTo>
                    <a:pt x="10847" y="334"/>
                    <a:pt x="10883" y="358"/>
                    <a:pt x="10883" y="394"/>
                  </a:cubicBezTo>
                  <a:lnTo>
                    <a:pt x="10883" y="2799"/>
                  </a:lnTo>
                  <a:cubicBezTo>
                    <a:pt x="10883" y="2835"/>
                    <a:pt x="10847" y="2858"/>
                    <a:pt x="10824" y="2858"/>
                  </a:cubicBezTo>
                  <a:lnTo>
                    <a:pt x="382" y="2858"/>
                  </a:lnTo>
                  <a:cubicBezTo>
                    <a:pt x="358" y="2858"/>
                    <a:pt x="322" y="2835"/>
                    <a:pt x="322" y="2799"/>
                  </a:cubicBezTo>
                  <a:lnTo>
                    <a:pt x="322" y="394"/>
                  </a:lnTo>
                  <a:cubicBezTo>
                    <a:pt x="322" y="358"/>
                    <a:pt x="358" y="334"/>
                    <a:pt x="382" y="334"/>
                  </a:cubicBezTo>
                  <a:lnTo>
                    <a:pt x="9062" y="334"/>
                  </a:lnTo>
                  <a:cubicBezTo>
                    <a:pt x="9157" y="334"/>
                    <a:pt x="9228" y="251"/>
                    <a:pt x="9228" y="168"/>
                  </a:cubicBezTo>
                  <a:cubicBezTo>
                    <a:pt x="9228" y="72"/>
                    <a:pt x="9157" y="1"/>
                    <a:pt x="90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36"/>
            <p:cNvSpPr/>
            <p:nvPr/>
          </p:nvSpPr>
          <p:spPr>
            <a:xfrm>
              <a:off x="1137046" y="2932825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70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36"/>
            <p:cNvSpPr/>
            <p:nvPr/>
          </p:nvSpPr>
          <p:spPr>
            <a:xfrm>
              <a:off x="1080579" y="2932825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70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36"/>
            <p:cNvSpPr/>
            <p:nvPr/>
          </p:nvSpPr>
          <p:spPr>
            <a:xfrm>
              <a:off x="879350" y="2949122"/>
              <a:ext cx="187988" cy="10631"/>
            </a:xfrm>
            <a:custGeom>
              <a:rect b="b" l="l" r="r" t="t"/>
              <a:pathLst>
                <a:path extrusionOk="0" h="334" w="5906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739" y="334"/>
                  </a:lnTo>
                  <a:cubicBezTo>
                    <a:pt x="5834" y="334"/>
                    <a:pt x="5906" y="263"/>
                    <a:pt x="5906" y="167"/>
                  </a:cubicBezTo>
                  <a:cubicBezTo>
                    <a:pt x="5906" y="84"/>
                    <a:pt x="5834" y="1"/>
                    <a:pt x="57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36"/>
            <p:cNvSpPr/>
            <p:nvPr/>
          </p:nvSpPr>
          <p:spPr>
            <a:xfrm>
              <a:off x="1137046" y="3050309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82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36"/>
            <p:cNvSpPr/>
            <p:nvPr/>
          </p:nvSpPr>
          <p:spPr>
            <a:xfrm>
              <a:off x="1080579" y="3050309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82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36"/>
            <p:cNvSpPr/>
            <p:nvPr/>
          </p:nvSpPr>
          <p:spPr>
            <a:xfrm>
              <a:off x="879350" y="3066988"/>
              <a:ext cx="187988" cy="10249"/>
            </a:xfrm>
            <a:custGeom>
              <a:rect b="b" l="l" r="r" t="t"/>
              <a:pathLst>
                <a:path extrusionOk="0" h="322" w="5906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72"/>
                    <a:pt x="5834" y="0"/>
                    <a:pt x="57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36"/>
            <p:cNvSpPr/>
            <p:nvPr/>
          </p:nvSpPr>
          <p:spPr>
            <a:xfrm>
              <a:off x="1137046" y="3167794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79" y="310"/>
                  </a:moveTo>
                  <a:cubicBezTo>
                    <a:pt x="882" y="310"/>
                    <a:pt x="1036" y="477"/>
                    <a:pt x="1036" y="667"/>
                  </a:cubicBezTo>
                  <a:cubicBezTo>
                    <a:pt x="1036" y="870"/>
                    <a:pt x="882" y="1024"/>
                    <a:pt x="679" y="1024"/>
                  </a:cubicBezTo>
                  <a:cubicBezTo>
                    <a:pt x="489" y="1024"/>
                    <a:pt x="322" y="858"/>
                    <a:pt x="322" y="667"/>
                  </a:cubicBezTo>
                  <a:cubicBezTo>
                    <a:pt x="322" y="477"/>
                    <a:pt x="489" y="310"/>
                    <a:pt x="679" y="310"/>
                  </a:cubicBezTo>
                  <a:close/>
                  <a:moveTo>
                    <a:pt x="679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60" y="0"/>
                    <a:pt x="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36"/>
            <p:cNvSpPr/>
            <p:nvPr/>
          </p:nvSpPr>
          <p:spPr>
            <a:xfrm>
              <a:off x="1080579" y="3167794"/>
              <a:ext cx="43607" cy="43607"/>
            </a:xfrm>
            <a:custGeom>
              <a:rect b="b" l="l" r="r" t="t"/>
              <a:pathLst>
                <a:path extrusionOk="0" h="1370" w="1370">
                  <a:moveTo>
                    <a:pt x="691" y="310"/>
                  </a:moveTo>
                  <a:cubicBezTo>
                    <a:pt x="882" y="310"/>
                    <a:pt x="1048" y="477"/>
                    <a:pt x="1048" y="667"/>
                  </a:cubicBezTo>
                  <a:cubicBezTo>
                    <a:pt x="1048" y="870"/>
                    <a:pt x="882" y="1024"/>
                    <a:pt x="691" y="1024"/>
                  </a:cubicBezTo>
                  <a:cubicBezTo>
                    <a:pt x="489" y="1024"/>
                    <a:pt x="334" y="858"/>
                    <a:pt x="334" y="667"/>
                  </a:cubicBezTo>
                  <a:cubicBezTo>
                    <a:pt x="334" y="477"/>
                    <a:pt x="489" y="310"/>
                    <a:pt x="691" y="310"/>
                  </a:cubicBezTo>
                  <a:close/>
                  <a:moveTo>
                    <a:pt x="691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72" y="0"/>
                    <a:pt x="6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36"/>
            <p:cNvSpPr/>
            <p:nvPr/>
          </p:nvSpPr>
          <p:spPr>
            <a:xfrm>
              <a:off x="879350" y="3184473"/>
              <a:ext cx="187988" cy="10249"/>
            </a:xfrm>
            <a:custGeom>
              <a:rect b="b" l="l" r="r" t="t"/>
              <a:pathLst>
                <a:path extrusionOk="0" h="322" w="5906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48"/>
                    <a:pt x="5834" y="0"/>
                    <a:pt x="57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36"/>
            <p:cNvSpPr/>
            <p:nvPr/>
          </p:nvSpPr>
          <p:spPr>
            <a:xfrm>
              <a:off x="879350" y="3083285"/>
              <a:ext cx="25432" cy="10631"/>
            </a:xfrm>
            <a:custGeom>
              <a:rect b="b" l="l" r="r" t="t"/>
              <a:pathLst>
                <a:path extrusionOk="0" h="334" w="799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643" y="334"/>
                  </a:lnTo>
                  <a:cubicBezTo>
                    <a:pt x="727" y="334"/>
                    <a:pt x="798" y="262"/>
                    <a:pt x="798" y="167"/>
                  </a:cubicBezTo>
                  <a:cubicBezTo>
                    <a:pt x="798" y="84"/>
                    <a:pt x="727" y="0"/>
                    <a:pt x="6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2" name="Google Shape;1532;p336"/>
          <p:cNvGrpSpPr/>
          <p:nvPr/>
        </p:nvGrpSpPr>
        <p:grpSpPr>
          <a:xfrm>
            <a:off x="3436249" y="2300854"/>
            <a:ext cx="344878" cy="343573"/>
            <a:chOff x="4195399" y="1970604"/>
            <a:chExt cx="344878" cy="343573"/>
          </a:xfrm>
        </p:grpSpPr>
        <p:sp>
          <p:nvSpPr>
            <p:cNvPr id="1533" name="Google Shape;1533;p336"/>
            <p:cNvSpPr/>
            <p:nvPr/>
          </p:nvSpPr>
          <p:spPr>
            <a:xfrm>
              <a:off x="4195399" y="1970604"/>
              <a:ext cx="344878" cy="343573"/>
            </a:xfrm>
            <a:custGeom>
              <a:rect b="b" l="l" r="r" t="t"/>
              <a:pathLst>
                <a:path extrusionOk="0" h="10794" w="10835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36"/>
            <p:cNvSpPr/>
            <p:nvPr/>
          </p:nvSpPr>
          <p:spPr>
            <a:xfrm>
              <a:off x="4311356" y="1993458"/>
              <a:ext cx="206959" cy="197378"/>
            </a:xfrm>
            <a:custGeom>
              <a:rect b="b" l="l" r="r" t="t"/>
              <a:pathLst>
                <a:path extrusionOk="0" h="6201" w="6502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36"/>
            <p:cNvSpPr/>
            <p:nvPr/>
          </p:nvSpPr>
          <p:spPr>
            <a:xfrm>
              <a:off x="4372374" y="2030476"/>
              <a:ext cx="94026" cy="114493"/>
            </a:xfrm>
            <a:custGeom>
              <a:rect b="b" l="l" r="r" t="t"/>
              <a:pathLst>
                <a:path extrusionOk="0" h="3597" w="2954">
                  <a:moveTo>
                    <a:pt x="1477" y="310"/>
                  </a:moveTo>
                  <a:cubicBezTo>
                    <a:pt x="1834" y="310"/>
                    <a:pt x="2120" y="584"/>
                    <a:pt x="2120" y="953"/>
                  </a:cubicBezTo>
                  <a:cubicBezTo>
                    <a:pt x="2120" y="1311"/>
                    <a:pt x="1834" y="1584"/>
                    <a:pt x="1477" y="1584"/>
                  </a:cubicBezTo>
                  <a:cubicBezTo>
                    <a:pt x="1119" y="1584"/>
                    <a:pt x="834" y="1311"/>
                    <a:pt x="834" y="953"/>
                  </a:cubicBezTo>
                  <a:cubicBezTo>
                    <a:pt x="834" y="596"/>
                    <a:pt x="1119" y="310"/>
                    <a:pt x="1477" y="310"/>
                  </a:cubicBezTo>
                  <a:close/>
                  <a:moveTo>
                    <a:pt x="1905" y="1918"/>
                  </a:moveTo>
                  <a:cubicBezTo>
                    <a:pt x="2298" y="1918"/>
                    <a:pt x="2608" y="2227"/>
                    <a:pt x="2608" y="2620"/>
                  </a:cubicBezTo>
                  <a:lnTo>
                    <a:pt x="2608" y="3287"/>
                  </a:lnTo>
                  <a:lnTo>
                    <a:pt x="2298" y="3287"/>
                  </a:lnTo>
                  <a:lnTo>
                    <a:pt x="2298" y="2585"/>
                  </a:lnTo>
                  <a:cubicBezTo>
                    <a:pt x="2298" y="2501"/>
                    <a:pt x="2227" y="2418"/>
                    <a:pt x="2132" y="2418"/>
                  </a:cubicBezTo>
                  <a:cubicBezTo>
                    <a:pt x="2048" y="2418"/>
                    <a:pt x="1965" y="2501"/>
                    <a:pt x="1965" y="2585"/>
                  </a:cubicBezTo>
                  <a:lnTo>
                    <a:pt x="1965" y="3287"/>
                  </a:lnTo>
                  <a:lnTo>
                    <a:pt x="977" y="3287"/>
                  </a:lnTo>
                  <a:lnTo>
                    <a:pt x="977" y="2585"/>
                  </a:lnTo>
                  <a:cubicBezTo>
                    <a:pt x="977" y="2501"/>
                    <a:pt x="893" y="2418"/>
                    <a:pt x="810" y="2418"/>
                  </a:cubicBezTo>
                  <a:cubicBezTo>
                    <a:pt x="715" y="2418"/>
                    <a:pt x="643" y="2501"/>
                    <a:pt x="643" y="2585"/>
                  </a:cubicBezTo>
                  <a:lnTo>
                    <a:pt x="643" y="3287"/>
                  </a:lnTo>
                  <a:lnTo>
                    <a:pt x="298" y="3287"/>
                  </a:lnTo>
                  <a:lnTo>
                    <a:pt x="298" y="2620"/>
                  </a:lnTo>
                  <a:cubicBezTo>
                    <a:pt x="298" y="2227"/>
                    <a:pt x="619" y="1918"/>
                    <a:pt x="1000" y="1918"/>
                  </a:cubicBezTo>
                  <a:close/>
                  <a:moveTo>
                    <a:pt x="1477" y="1"/>
                  </a:moveTo>
                  <a:cubicBezTo>
                    <a:pt x="941" y="1"/>
                    <a:pt x="512" y="430"/>
                    <a:pt x="512" y="965"/>
                  </a:cubicBezTo>
                  <a:cubicBezTo>
                    <a:pt x="512" y="1227"/>
                    <a:pt x="619" y="1465"/>
                    <a:pt x="798" y="1632"/>
                  </a:cubicBezTo>
                  <a:cubicBezTo>
                    <a:pt x="346" y="1739"/>
                    <a:pt x="0" y="2144"/>
                    <a:pt x="0" y="2632"/>
                  </a:cubicBezTo>
                  <a:lnTo>
                    <a:pt x="0" y="3299"/>
                  </a:lnTo>
                  <a:cubicBezTo>
                    <a:pt x="0" y="3466"/>
                    <a:pt x="143" y="3597"/>
                    <a:pt x="298" y="3597"/>
                  </a:cubicBezTo>
                  <a:lnTo>
                    <a:pt x="2643" y="3597"/>
                  </a:lnTo>
                  <a:cubicBezTo>
                    <a:pt x="2798" y="3597"/>
                    <a:pt x="2941" y="3466"/>
                    <a:pt x="2941" y="3299"/>
                  </a:cubicBezTo>
                  <a:lnTo>
                    <a:pt x="2941" y="2632"/>
                  </a:lnTo>
                  <a:cubicBezTo>
                    <a:pt x="2953" y="2144"/>
                    <a:pt x="2620" y="1739"/>
                    <a:pt x="2167" y="1632"/>
                  </a:cubicBezTo>
                  <a:cubicBezTo>
                    <a:pt x="2322" y="1453"/>
                    <a:pt x="2441" y="1215"/>
                    <a:pt x="2441" y="965"/>
                  </a:cubicBezTo>
                  <a:cubicBezTo>
                    <a:pt x="2441" y="430"/>
                    <a:pt x="2012" y="1"/>
                    <a:pt x="14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36"/>
            <p:cNvSpPr/>
            <p:nvPr/>
          </p:nvSpPr>
          <p:spPr>
            <a:xfrm>
              <a:off x="4426167" y="2098561"/>
              <a:ext cx="114111" cy="113474"/>
            </a:xfrm>
            <a:custGeom>
              <a:rect b="b" l="l" r="r" t="t"/>
              <a:pathLst>
                <a:path extrusionOk="0" h="3565" w="3585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7" name="Google Shape;1537;p336"/>
          <p:cNvGrpSpPr/>
          <p:nvPr/>
        </p:nvGrpSpPr>
        <p:grpSpPr>
          <a:xfrm>
            <a:off x="1266279" y="2332410"/>
            <a:ext cx="350576" cy="280454"/>
            <a:chOff x="7500054" y="2934735"/>
            <a:chExt cx="350576" cy="280454"/>
          </a:xfrm>
        </p:grpSpPr>
        <p:sp>
          <p:nvSpPr>
            <p:cNvPr id="1538" name="Google Shape;1538;p336"/>
            <p:cNvSpPr/>
            <p:nvPr/>
          </p:nvSpPr>
          <p:spPr>
            <a:xfrm>
              <a:off x="7571671" y="2959371"/>
              <a:ext cx="191426" cy="10249"/>
            </a:xfrm>
            <a:custGeom>
              <a:rect b="b" l="l" r="r" t="t"/>
              <a:pathLst>
                <a:path extrusionOk="0" h="322" w="6014">
                  <a:moveTo>
                    <a:pt x="156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847" y="322"/>
                  </a:lnTo>
                  <a:cubicBezTo>
                    <a:pt x="5930" y="322"/>
                    <a:pt x="6014" y="250"/>
                    <a:pt x="6014" y="167"/>
                  </a:cubicBezTo>
                  <a:cubicBezTo>
                    <a:pt x="6014" y="71"/>
                    <a:pt x="5930" y="0"/>
                    <a:pt x="584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36"/>
            <p:cNvSpPr/>
            <p:nvPr/>
          </p:nvSpPr>
          <p:spPr>
            <a:xfrm>
              <a:off x="7500054" y="2934735"/>
              <a:ext cx="350576" cy="280454"/>
            </a:xfrm>
            <a:custGeom>
              <a:rect b="b" l="l" r="r" t="t"/>
              <a:pathLst>
                <a:path extrusionOk="0" h="8811" w="11014">
                  <a:moveTo>
                    <a:pt x="1501" y="310"/>
                  </a:moveTo>
                  <a:lnTo>
                    <a:pt x="1501" y="1560"/>
                  </a:lnTo>
                  <a:lnTo>
                    <a:pt x="310" y="1560"/>
                  </a:lnTo>
                  <a:lnTo>
                    <a:pt x="310" y="417"/>
                  </a:lnTo>
                  <a:cubicBezTo>
                    <a:pt x="310" y="357"/>
                    <a:pt x="358" y="310"/>
                    <a:pt x="417" y="310"/>
                  </a:cubicBezTo>
                  <a:close/>
                  <a:moveTo>
                    <a:pt x="8990" y="310"/>
                  </a:moveTo>
                  <a:cubicBezTo>
                    <a:pt x="9049" y="310"/>
                    <a:pt x="9097" y="357"/>
                    <a:pt x="9097" y="417"/>
                  </a:cubicBezTo>
                  <a:lnTo>
                    <a:pt x="9097" y="1560"/>
                  </a:lnTo>
                  <a:lnTo>
                    <a:pt x="1834" y="1560"/>
                  </a:lnTo>
                  <a:lnTo>
                    <a:pt x="1834" y="310"/>
                  </a:lnTo>
                  <a:close/>
                  <a:moveTo>
                    <a:pt x="10419" y="3453"/>
                  </a:moveTo>
                  <a:cubicBezTo>
                    <a:pt x="10561" y="3453"/>
                    <a:pt x="10704" y="3572"/>
                    <a:pt x="10704" y="3739"/>
                  </a:cubicBezTo>
                  <a:cubicBezTo>
                    <a:pt x="10704" y="3893"/>
                    <a:pt x="10561" y="4013"/>
                    <a:pt x="10419" y="4013"/>
                  </a:cubicBezTo>
                  <a:cubicBezTo>
                    <a:pt x="10264" y="4013"/>
                    <a:pt x="10133" y="3893"/>
                    <a:pt x="10133" y="3739"/>
                  </a:cubicBezTo>
                  <a:cubicBezTo>
                    <a:pt x="10133" y="3572"/>
                    <a:pt x="10252" y="3453"/>
                    <a:pt x="10419" y="3453"/>
                  </a:cubicBezTo>
                  <a:close/>
                  <a:moveTo>
                    <a:pt x="6537" y="4786"/>
                  </a:moveTo>
                  <a:cubicBezTo>
                    <a:pt x="6680" y="4786"/>
                    <a:pt x="6811" y="4906"/>
                    <a:pt x="6811" y="5072"/>
                  </a:cubicBezTo>
                  <a:cubicBezTo>
                    <a:pt x="6811" y="5239"/>
                    <a:pt x="6680" y="5358"/>
                    <a:pt x="6537" y="5358"/>
                  </a:cubicBezTo>
                  <a:cubicBezTo>
                    <a:pt x="6382" y="5358"/>
                    <a:pt x="6251" y="5239"/>
                    <a:pt x="6251" y="5072"/>
                  </a:cubicBezTo>
                  <a:cubicBezTo>
                    <a:pt x="6251" y="4906"/>
                    <a:pt x="6370" y="4786"/>
                    <a:pt x="6537" y="4786"/>
                  </a:cubicBezTo>
                  <a:close/>
                  <a:moveTo>
                    <a:pt x="8240" y="6156"/>
                  </a:moveTo>
                  <a:cubicBezTo>
                    <a:pt x="8394" y="6156"/>
                    <a:pt x="8525" y="6275"/>
                    <a:pt x="8525" y="6441"/>
                  </a:cubicBezTo>
                  <a:cubicBezTo>
                    <a:pt x="8525" y="6608"/>
                    <a:pt x="8394" y="6727"/>
                    <a:pt x="8240" y="6727"/>
                  </a:cubicBezTo>
                  <a:cubicBezTo>
                    <a:pt x="8097" y="6727"/>
                    <a:pt x="7966" y="6608"/>
                    <a:pt x="7966" y="6441"/>
                  </a:cubicBezTo>
                  <a:cubicBezTo>
                    <a:pt x="7966" y="6299"/>
                    <a:pt x="8073" y="6156"/>
                    <a:pt x="8240" y="6156"/>
                  </a:cubicBezTo>
                  <a:close/>
                  <a:moveTo>
                    <a:pt x="4811" y="6382"/>
                  </a:moveTo>
                  <a:cubicBezTo>
                    <a:pt x="4954" y="6382"/>
                    <a:pt x="5085" y="6501"/>
                    <a:pt x="5085" y="6668"/>
                  </a:cubicBezTo>
                  <a:cubicBezTo>
                    <a:pt x="5085" y="6834"/>
                    <a:pt x="4954" y="6953"/>
                    <a:pt x="4811" y="6953"/>
                  </a:cubicBezTo>
                  <a:cubicBezTo>
                    <a:pt x="4656" y="6953"/>
                    <a:pt x="4525" y="6834"/>
                    <a:pt x="4525" y="6668"/>
                  </a:cubicBezTo>
                  <a:cubicBezTo>
                    <a:pt x="4525" y="6501"/>
                    <a:pt x="4644" y="6382"/>
                    <a:pt x="4811" y="6382"/>
                  </a:cubicBezTo>
                  <a:close/>
                  <a:moveTo>
                    <a:pt x="417" y="0"/>
                  </a:moveTo>
                  <a:cubicBezTo>
                    <a:pt x="179" y="0"/>
                    <a:pt x="1" y="143"/>
                    <a:pt x="1" y="417"/>
                  </a:cubicBezTo>
                  <a:lnTo>
                    <a:pt x="1" y="8382"/>
                  </a:lnTo>
                  <a:cubicBezTo>
                    <a:pt x="1" y="8620"/>
                    <a:pt x="191" y="8787"/>
                    <a:pt x="417" y="8787"/>
                  </a:cubicBezTo>
                  <a:lnTo>
                    <a:pt x="4513" y="8787"/>
                  </a:lnTo>
                  <a:cubicBezTo>
                    <a:pt x="4596" y="8787"/>
                    <a:pt x="4668" y="8715"/>
                    <a:pt x="4668" y="8632"/>
                  </a:cubicBezTo>
                  <a:cubicBezTo>
                    <a:pt x="4668" y="8537"/>
                    <a:pt x="4596" y="8465"/>
                    <a:pt x="4513" y="8465"/>
                  </a:cubicBezTo>
                  <a:lnTo>
                    <a:pt x="417" y="8465"/>
                  </a:lnTo>
                  <a:cubicBezTo>
                    <a:pt x="358" y="8465"/>
                    <a:pt x="310" y="8418"/>
                    <a:pt x="310" y="8358"/>
                  </a:cubicBezTo>
                  <a:lnTo>
                    <a:pt x="310" y="1869"/>
                  </a:lnTo>
                  <a:lnTo>
                    <a:pt x="9073" y="1869"/>
                  </a:lnTo>
                  <a:lnTo>
                    <a:pt x="9073" y="5144"/>
                  </a:lnTo>
                  <a:lnTo>
                    <a:pt x="8502" y="5894"/>
                  </a:lnTo>
                  <a:cubicBezTo>
                    <a:pt x="8418" y="5846"/>
                    <a:pt x="8335" y="5834"/>
                    <a:pt x="8240" y="5834"/>
                  </a:cubicBezTo>
                  <a:cubicBezTo>
                    <a:pt x="8109" y="5834"/>
                    <a:pt x="7978" y="5870"/>
                    <a:pt x="7871" y="5965"/>
                  </a:cubicBezTo>
                  <a:lnTo>
                    <a:pt x="7073" y="5322"/>
                  </a:lnTo>
                  <a:cubicBezTo>
                    <a:pt x="7109" y="5251"/>
                    <a:pt x="7132" y="5156"/>
                    <a:pt x="7132" y="5060"/>
                  </a:cubicBezTo>
                  <a:cubicBezTo>
                    <a:pt x="7132" y="4727"/>
                    <a:pt x="6859" y="4441"/>
                    <a:pt x="6513" y="4441"/>
                  </a:cubicBezTo>
                  <a:cubicBezTo>
                    <a:pt x="6192" y="4441"/>
                    <a:pt x="5906" y="4715"/>
                    <a:pt x="5906" y="5060"/>
                  </a:cubicBezTo>
                  <a:cubicBezTo>
                    <a:pt x="5906" y="5167"/>
                    <a:pt x="5942" y="5263"/>
                    <a:pt x="5978" y="5358"/>
                  </a:cubicBezTo>
                  <a:lnTo>
                    <a:pt x="5108" y="6144"/>
                  </a:lnTo>
                  <a:cubicBezTo>
                    <a:pt x="5013" y="6084"/>
                    <a:pt x="4906" y="6049"/>
                    <a:pt x="4787" y="6049"/>
                  </a:cubicBezTo>
                  <a:cubicBezTo>
                    <a:pt x="4465" y="6049"/>
                    <a:pt x="4180" y="6322"/>
                    <a:pt x="4180" y="6668"/>
                  </a:cubicBezTo>
                  <a:cubicBezTo>
                    <a:pt x="4180" y="6989"/>
                    <a:pt x="4454" y="7275"/>
                    <a:pt x="4787" y="7275"/>
                  </a:cubicBezTo>
                  <a:cubicBezTo>
                    <a:pt x="5132" y="7275"/>
                    <a:pt x="5406" y="7001"/>
                    <a:pt x="5406" y="6668"/>
                  </a:cubicBezTo>
                  <a:cubicBezTo>
                    <a:pt x="5406" y="6560"/>
                    <a:pt x="5370" y="6465"/>
                    <a:pt x="5323" y="6382"/>
                  </a:cubicBezTo>
                  <a:lnTo>
                    <a:pt x="6204" y="5572"/>
                  </a:lnTo>
                  <a:cubicBezTo>
                    <a:pt x="6299" y="5620"/>
                    <a:pt x="6394" y="5656"/>
                    <a:pt x="6501" y="5656"/>
                  </a:cubicBezTo>
                  <a:cubicBezTo>
                    <a:pt x="6620" y="5656"/>
                    <a:pt x="6740" y="5620"/>
                    <a:pt x="6835" y="5548"/>
                  </a:cubicBezTo>
                  <a:lnTo>
                    <a:pt x="7644" y="6203"/>
                  </a:lnTo>
                  <a:cubicBezTo>
                    <a:pt x="7621" y="6263"/>
                    <a:pt x="7609" y="6334"/>
                    <a:pt x="7609" y="6406"/>
                  </a:cubicBezTo>
                  <a:cubicBezTo>
                    <a:pt x="7609" y="6739"/>
                    <a:pt x="7871" y="7025"/>
                    <a:pt x="8216" y="7025"/>
                  </a:cubicBezTo>
                  <a:cubicBezTo>
                    <a:pt x="8561" y="7025"/>
                    <a:pt x="8823" y="6751"/>
                    <a:pt x="8823" y="6406"/>
                  </a:cubicBezTo>
                  <a:cubicBezTo>
                    <a:pt x="8823" y="6287"/>
                    <a:pt x="8799" y="6168"/>
                    <a:pt x="8716" y="6084"/>
                  </a:cubicBezTo>
                  <a:lnTo>
                    <a:pt x="9061" y="5656"/>
                  </a:lnTo>
                  <a:lnTo>
                    <a:pt x="9061" y="8382"/>
                  </a:lnTo>
                  <a:cubicBezTo>
                    <a:pt x="9061" y="8442"/>
                    <a:pt x="9014" y="8477"/>
                    <a:pt x="8954" y="8477"/>
                  </a:cubicBezTo>
                  <a:lnTo>
                    <a:pt x="5227" y="8477"/>
                  </a:lnTo>
                  <a:cubicBezTo>
                    <a:pt x="5132" y="8477"/>
                    <a:pt x="5061" y="8561"/>
                    <a:pt x="5061" y="8644"/>
                  </a:cubicBezTo>
                  <a:cubicBezTo>
                    <a:pt x="5061" y="8739"/>
                    <a:pt x="5132" y="8811"/>
                    <a:pt x="5227" y="8811"/>
                  </a:cubicBezTo>
                  <a:lnTo>
                    <a:pt x="8954" y="8811"/>
                  </a:lnTo>
                  <a:cubicBezTo>
                    <a:pt x="9192" y="8811"/>
                    <a:pt x="9371" y="8620"/>
                    <a:pt x="9371" y="8394"/>
                  </a:cubicBezTo>
                  <a:lnTo>
                    <a:pt x="9371" y="5287"/>
                  </a:lnTo>
                  <a:lnTo>
                    <a:pt x="10145" y="4298"/>
                  </a:lnTo>
                  <a:cubicBezTo>
                    <a:pt x="10228" y="4334"/>
                    <a:pt x="10299" y="4346"/>
                    <a:pt x="10383" y="4346"/>
                  </a:cubicBezTo>
                  <a:cubicBezTo>
                    <a:pt x="10716" y="4346"/>
                    <a:pt x="10990" y="4072"/>
                    <a:pt x="10990" y="3739"/>
                  </a:cubicBezTo>
                  <a:cubicBezTo>
                    <a:pt x="11014" y="3405"/>
                    <a:pt x="10740" y="3131"/>
                    <a:pt x="10419" y="3131"/>
                  </a:cubicBezTo>
                  <a:cubicBezTo>
                    <a:pt x="10085" y="3131"/>
                    <a:pt x="9811" y="3405"/>
                    <a:pt x="9811" y="3751"/>
                  </a:cubicBezTo>
                  <a:cubicBezTo>
                    <a:pt x="9811" y="3882"/>
                    <a:pt x="9847" y="4001"/>
                    <a:pt x="9930" y="4108"/>
                  </a:cubicBezTo>
                  <a:lnTo>
                    <a:pt x="9407" y="4763"/>
                  </a:lnTo>
                  <a:lnTo>
                    <a:pt x="9407" y="381"/>
                  </a:lnTo>
                  <a:cubicBezTo>
                    <a:pt x="9407" y="191"/>
                    <a:pt x="9276" y="0"/>
                    <a:pt x="89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36"/>
            <p:cNvSpPr/>
            <p:nvPr/>
          </p:nvSpPr>
          <p:spPr>
            <a:xfrm>
              <a:off x="7539459" y="3074564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36"/>
            <p:cNvSpPr/>
            <p:nvPr/>
          </p:nvSpPr>
          <p:spPr>
            <a:xfrm>
              <a:off x="7539459" y="3099582"/>
              <a:ext cx="82663" cy="10249"/>
            </a:xfrm>
            <a:custGeom>
              <a:rect b="b" l="l" r="r" t="t"/>
              <a:pathLst>
                <a:path extrusionOk="0" h="322" w="2597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36"/>
            <p:cNvSpPr/>
            <p:nvPr/>
          </p:nvSpPr>
          <p:spPr>
            <a:xfrm>
              <a:off x="7539459" y="3124601"/>
              <a:ext cx="82663" cy="10631"/>
            </a:xfrm>
            <a:custGeom>
              <a:rect b="b" l="l" r="r" t="t"/>
              <a:pathLst>
                <a:path extrusionOk="0" h="334" w="2597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36"/>
            <p:cNvSpPr/>
            <p:nvPr/>
          </p:nvSpPr>
          <p:spPr>
            <a:xfrm>
              <a:off x="7539459" y="3149587"/>
              <a:ext cx="82663" cy="10663"/>
            </a:xfrm>
            <a:custGeom>
              <a:rect b="b" l="l" r="r" t="t"/>
              <a:pathLst>
                <a:path extrusionOk="0" h="335" w="2597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63"/>
                    <a:pt x="2596" y="168"/>
                  </a:cubicBezTo>
                  <a:cubicBezTo>
                    <a:pt x="2596" y="84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36"/>
            <p:cNvSpPr/>
            <p:nvPr/>
          </p:nvSpPr>
          <p:spPr>
            <a:xfrm>
              <a:off x="7539459" y="3174988"/>
              <a:ext cx="82663" cy="10281"/>
            </a:xfrm>
            <a:custGeom>
              <a:rect b="b" l="l" r="r" t="t"/>
              <a:pathLst>
                <a:path extrusionOk="0" h="323" w="2597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36"/>
            <p:cNvSpPr/>
            <p:nvPr/>
          </p:nvSpPr>
          <p:spPr>
            <a:xfrm>
              <a:off x="7539459" y="3011286"/>
              <a:ext cx="220614" cy="47395"/>
            </a:xfrm>
            <a:custGeom>
              <a:rect b="b" l="l" r="r" t="t"/>
              <a:pathLst>
                <a:path extrusionOk="0" h="1489" w="6931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lnTo>
                    <a:pt x="1" y="1072"/>
                  </a:lnTo>
                  <a:cubicBezTo>
                    <a:pt x="1" y="1310"/>
                    <a:pt x="191" y="1488"/>
                    <a:pt x="418" y="1488"/>
                  </a:cubicBezTo>
                  <a:lnTo>
                    <a:pt x="3251" y="1488"/>
                  </a:lnTo>
                  <a:cubicBezTo>
                    <a:pt x="3346" y="1488"/>
                    <a:pt x="3418" y="1417"/>
                    <a:pt x="3418" y="1322"/>
                  </a:cubicBezTo>
                  <a:cubicBezTo>
                    <a:pt x="3418" y="1238"/>
                    <a:pt x="3346" y="1167"/>
                    <a:pt x="3251" y="1167"/>
                  </a:cubicBezTo>
                  <a:lnTo>
                    <a:pt x="418" y="1167"/>
                  </a:lnTo>
                  <a:cubicBezTo>
                    <a:pt x="358" y="1167"/>
                    <a:pt x="310" y="1119"/>
                    <a:pt x="310" y="1060"/>
                  </a:cubicBezTo>
                  <a:lnTo>
                    <a:pt x="310" y="405"/>
                  </a:lnTo>
                  <a:cubicBezTo>
                    <a:pt x="310" y="345"/>
                    <a:pt x="358" y="298"/>
                    <a:pt x="418" y="298"/>
                  </a:cubicBezTo>
                  <a:lnTo>
                    <a:pt x="6502" y="298"/>
                  </a:lnTo>
                  <a:cubicBezTo>
                    <a:pt x="6561" y="298"/>
                    <a:pt x="6609" y="345"/>
                    <a:pt x="6609" y="405"/>
                  </a:cubicBezTo>
                  <a:lnTo>
                    <a:pt x="6609" y="1060"/>
                  </a:lnTo>
                  <a:cubicBezTo>
                    <a:pt x="6609" y="1119"/>
                    <a:pt x="6561" y="1167"/>
                    <a:pt x="6502" y="1167"/>
                  </a:cubicBezTo>
                  <a:lnTo>
                    <a:pt x="4013" y="1167"/>
                  </a:lnTo>
                  <a:cubicBezTo>
                    <a:pt x="3930" y="1167"/>
                    <a:pt x="3847" y="1238"/>
                    <a:pt x="3847" y="1322"/>
                  </a:cubicBezTo>
                  <a:cubicBezTo>
                    <a:pt x="3847" y="1417"/>
                    <a:pt x="3930" y="1488"/>
                    <a:pt x="4013" y="1488"/>
                  </a:cubicBezTo>
                  <a:lnTo>
                    <a:pt x="6502" y="1488"/>
                  </a:lnTo>
                  <a:cubicBezTo>
                    <a:pt x="6740" y="1488"/>
                    <a:pt x="6918" y="1298"/>
                    <a:pt x="6918" y="1072"/>
                  </a:cubicBezTo>
                  <a:lnTo>
                    <a:pt x="6918" y="417"/>
                  </a:lnTo>
                  <a:cubicBezTo>
                    <a:pt x="6930" y="203"/>
                    <a:pt x="6740" y="0"/>
                    <a:pt x="650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337"/>
          <p:cNvSpPr txBox="1"/>
          <p:nvPr>
            <p:ph type="title"/>
          </p:nvPr>
        </p:nvSpPr>
        <p:spPr>
          <a:xfrm>
            <a:off x="2062800" y="1398916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Благодаря за вниманието!</a:t>
            </a:r>
            <a:endParaRPr/>
          </a:p>
        </p:txBody>
      </p:sp>
      <p:cxnSp>
        <p:nvCxnSpPr>
          <p:cNvPr id="1551" name="Google Shape;1551;p337"/>
          <p:cNvCxnSpPr/>
          <p:nvPr/>
        </p:nvCxnSpPr>
        <p:spPr>
          <a:xfrm>
            <a:off x="3190500" y="2160163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338"/>
          <p:cNvSpPr txBox="1"/>
          <p:nvPr>
            <p:ph type="title"/>
          </p:nvPr>
        </p:nvSpPr>
        <p:spPr>
          <a:xfrm>
            <a:off x="2062800" y="408425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Въпроси на рецензента</a:t>
            </a:r>
            <a:endParaRPr/>
          </a:p>
        </p:txBody>
      </p:sp>
      <p:sp>
        <p:nvSpPr>
          <p:cNvPr id="1557" name="Google Shape;1557;p338"/>
          <p:cNvSpPr txBox="1"/>
          <p:nvPr>
            <p:ph idx="1" type="subTitle"/>
          </p:nvPr>
        </p:nvSpPr>
        <p:spPr>
          <a:xfrm>
            <a:off x="219450" y="1167500"/>
            <a:ext cx="8690400" cy="37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400"/>
              <a:buAutoNum type="arabicPeriod"/>
            </a:pPr>
            <a:r>
              <a:rPr lang="bg">
                <a:solidFill>
                  <a:srgbClr val="FFAB40"/>
                </a:solidFill>
              </a:rPr>
              <a:t>К</a:t>
            </a:r>
            <a:r>
              <a:rPr lang="bg">
                <a:solidFill>
                  <a:srgbClr val="FFAB40"/>
                </a:solidFill>
              </a:rPr>
              <a:t>ак се обновява production версията? Има ли staging среда и как се пазят данните при промени в базата?</a:t>
            </a:r>
            <a:endParaRPr>
              <a:solidFill>
                <a:srgbClr val="FFAB40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400"/>
              <a:buAutoNum type="arabicPeriod"/>
            </a:pPr>
            <a:r>
              <a:rPr lang="bg">
                <a:solidFill>
                  <a:srgbClr val="FFAB40"/>
                </a:solidFill>
              </a:rPr>
              <a:t>Освен init/push/pull, какви други ефекти върху наличностите биха били полезни (резервация, частична доставка и др.)? </a:t>
            </a:r>
            <a:endParaRPr>
              <a:solidFill>
                <a:srgbClr val="FFAB40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400"/>
              <a:buAutoNum type="arabicPeriod"/>
            </a:pPr>
            <a:r>
              <a:rPr lang="bg">
                <a:solidFill>
                  <a:srgbClr val="FFAB40"/>
                </a:solidFill>
              </a:rPr>
              <a:t>Какво става при едновременна редакция на един и същ документ без optimistic locking? </a:t>
            </a:r>
            <a:endParaRPr>
              <a:solidFill>
                <a:srgbClr val="FFAB40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400"/>
              <a:buAutoNum type="arabicPeriod"/>
            </a:pPr>
            <a:r>
              <a:rPr lang="bg">
                <a:solidFill>
                  <a:srgbClr val="FFAB40"/>
                </a:solidFill>
              </a:rPr>
              <a:t>Как се добавят и синхронизират нови преводи между кода и базата? Има ли проверка за липсващи ключове? </a:t>
            </a:r>
            <a:endParaRPr>
              <a:solidFill>
                <a:srgbClr val="FFAB40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400"/>
              <a:buAutoNum type="arabicPeriod"/>
            </a:pPr>
            <a:r>
              <a:rPr lang="bg">
                <a:solidFill>
                  <a:srgbClr val="FFAB40"/>
                </a:solidFill>
              </a:rPr>
              <a:t>Как работи soft delete при свързани документи? Има ли undelete? </a:t>
            </a:r>
            <a:endParaRPr>
              <a:solidFill>
                <a:srgbClr val="FFAB40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400"/>
              <a:buAutoNum type="arabicPeriod"/>
            </a:pPr>
            <a:r>
              <a:rPr lang="bg">
                <a:solidFill>
                  <a:srgbClr val="FFAB40"/>
                </a:solidFill>
              </a:rPr>
              <a:t>Защо session timeout е 10 часа и какви са рисковете? Какви са алтернативите („remember me“ и др.)? </a:t>
            </a:r>
            <a:endParaRPr>
              <a:solidFill>
                <a:srgbClr val="FFAB40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400"/>
              <a:buAutoNum type="arabicPeriod"/>
            </a:pPr>
            <a:r>
              <a:rPr lang="bg">
                <a:solidFill>
                  <a:srgbClr val="FFAB40"/>
                </a:solidFill>
              </a:rPr>
              <a:t>Какво става ако companybook.bg не отговори или промени API-то? Има ли retry, timeout или fallback? </a:t>
            </a:r>
            <a:endParaRPr>
              <a:solidFill>
                <a:srgbClr val="FFAB4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